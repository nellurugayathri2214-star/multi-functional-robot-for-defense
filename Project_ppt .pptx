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70" r:id="rId11"/>
    <p:sldId id="272" r:id="rId12"/>
    <p:sldId id="273" r:id="rId13"/>
    <p:sldId id="274" r:id="rId14"/>
    <p:sldId id="276" r:id="rId15"/>
    <p:sldId id="277" r:id="rId16"/>
    <p:sldId id="275" r:id="rId1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account" initials="Ma" lastIdx="2" clrIdx="0">
    <p:extLst>
      <p:ext uri="{19B8F6BF-5375-455C-9EA6-DF929625EA0E}">
        <p15:presenceInfo xmlns:p15="http://schemas.microsoft.com/office/powerpoint/2012/main" userId="52f3effb79b45be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654F1F-05B7-4DE0-A06C-7872BDE3E258}" v="2" dt="2025-03-03T09:04:43.26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100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C8D309-F7AB-4782-9965-D722323EFDF1}" type="datetimeFigureOut">
              <a:rPr lang="en-US" smtClean="0"/>
              <a:t>3/27/2025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96CA58-5501-4F32-A659-C3BFBD1E0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752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B5A785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B5A785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B5A785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B5A785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B5A785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799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540" y="3174"/>
            <a:ext cx="819785" cy="819150"/>
          </a:xfrm>
          <a:custGeom>
            <a:avLst/>
            <a:gdLst/>
            <a:ahLst/>
            <a:cxnLst/>
            <a:rect l="l" t="t" r="r" b="b"/>
            <a:pathLst>
              <a:path w="819785" h="819150">
                <a:moveTo>
                  <a:pt x="819785" y="0"/>
                </a:moveTo>
                <a:lnTo>
                  <a:pt x="632" y="0"/>
                </a:lnTo>
                <a:lnTo>
                  <a:pt x="0" y="819150"/>
                </a:lnTo>
                <a:lnTo>
                  <a:pt x="48892" y="817879"/>
                </a:lnTo>
                <a:lnTo>
                  <a:pt x="95885" y="813435"/>
                </a:lnTo>
                <a:lnTo>
                  <a:pt x="142875" y="807085"/>
                </a:lnTo>
                <a:lnTo>
                  <a:pt x="188595" y="797560"/>
                </a:lnTo>
                <a:lnTo>
                  <a:pt x="233045" y="785495"/>
                </a:lnTo>
                <a:lnTo>
                  <a:pt x="276860" y="771525"/>
                </a:lnTo>
                <a:lnTo>
                  <a:pt x="319405" y="755014"/>
                </a:lnTo>
                <a:lnTo>
                  <a:pt x="360680" y="735964"/>
                </a:lnTo>
                <a:lnTo>
                  <a:pt x="400685" y="715010"/>
                </a:lnTo>
                <a:lnTo>
                  <a:pt x="440055" y="691514"/>
                </a:lnTo>
                <a:lnTo>
                  <a:pt x="476884" y="666114"/>
                </a:lnTo>
                <a:lnTo>
                  <a:pt x="513080" y="639445"/>
                </a:lnTo>
                <a:lnTo>
                  <a:pt x="547369" y="610235"/>
                </a:lnTo>
                <a:lnTo>
                  <a:pt x="579755" y="579120"/>
                </a:lnTo>
                <a:lnTo>
                  <a:pt x="610869" y="546735"/>
                </a:lnTo>
                <a:lnTo>
                  <a:pt x="640080" y="512445"/>
                </a:lnTo>
                <a:lnTo>
                  <a:pt x="666750" y="476250"/>
                </a:lnTo>
                <a:lnTo>
                  <a:pt x="692150" y="439420"/>
                </a:lnTo>
                <a:lnTo>
                  <a:pt x="715644" y="400050"/>
                </a:lnTo>
                <a:lnTo>
                  <a:pt x="736600" y="360045"/>
                </a:lnTo>
                <a:lnTo>
                  <a:pt x="755650" y="318770"/>
                </a:lnTo>
                <a:lnTo>
                  <a:pt x="772160" y="276225"/>
                </a:lnTo>
                <a:lnTo>
                  <a:pt x="786130" y="232409"/>
                </a:lnTo>
                <a:lnTo>
                  <a:pt x="798194" y="187959"/>
                </a:lnTo>
                <a:lnTo>
                  <a:pt x="807719" y="142240"/>
                </a:lnTo>
                <a:lnTo>
                  <a:pt x="814069" y="95250"/>
                </a:lnTo>
                <a:lnTo>
                  <a:pt x="818515" y="48259"/>
                </a:lnTo>
                <a:lnTo>
                  <a:pt x="819785" y="0"/>
                </a:lnTo>
                <a:close/>
              </a:path>
            </a:pathLst>
          </a:custGeom>
          <a:solidFill>
            <a:srgbClr val="FAF8F4">
              <a:alpha val="3294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540" y="3174"/>
            <a:ext cx="819785" cy="819150"/>
          </a:xfrm>
          <a:custGeom>
            <a:avLst/>
            <a:gdLst/>
            <a:ahLst/>
            <a:cxnLst/>
            <a:rect l="l" t="t" r="r" b="b"/>
            <a:pathLst>
              <a:path w="819785" h="819150">
                <a:moveTo>
                  <a:pt x="819785" y="0"/>
                </a:moveTo>
                <a:lnTo>
                  <a:pt x="818515" y="48259"/>
                </a:lnTo>
                <a:lnTo>
                  <a:pt x="814069" y="95250"/>
                </a:lnTo>
                <a:lnTo>
                  <a:pt x="807719" y="142240"/>
                </a:lnTo>
                <a:lnTo>
                  <a:pt x="798194" y="187959"/>
                </a:lnTo>
                <a:lnTo>
                  <a:pt x="786130" y="232409"/>
                </a:lnTo>
                <a:lnTo>
                  <a:pt x="772160" y="276225"/>
                </a:lnTo>
                <a:lnTo>
                  <a:pt x="755650" y="318770"/>
                </a:lnTo>
                <a:lnTo>
                  <a:pt x="736600" y="360045"/>
                </a:lnTo>
                <a:lnTo>
                  <a:pt x="715644" y="400050"/>
                </a:lnTo>
                <a:lnTo>
                  <a:pt x="692150" y="439420"/>
                </a:lnTo>
                <a:lnTo>
                  <a:pt x="666750" y="476250"/>
                </a:lnTo>
                <a:lnTo>
                  <a:pt x="640080" y="512445"/>
                </a:lnTo>
                <a:lnTo>
                  <a:pt x="610869" y="546735"/>
                </a:lnTo>
                <a:lnTo>
                  <a:pt x="579755" y="579120"/>
                </a:lnTo>
                <a:lnTo>
                  <a:pt x="547369" y="610235"/>
                </a:lnTo>
                <a:lnTo>
                  <a:pt x="513080" y="639445"/>
                </a:lnTo>
                <a:lnTo>
                  <a:pt x="476884" y="666114"/>
                </a:lnTo>
                <a:lnTo>
                  <a:pt x="440055" y="691514"/>
                </a:lnTo>
                <a:lnTo>
                  <a:pt x="400685" y="715010"/>
                </a:lnTo>
                <a:lnTo>
                  <a:pt x="360680" y="735964"/>
                </a:lnTo>
                <a:lnTo>
                  <a:pt x="319405" y="755014"/>
                </a:lnTo>
                <a:lnTo>
                  <a:pt x="276860" y="771525"/>
                </a:lnTo>
                <a:lnTo>
                  <a:pt x="233045" y="785495"/>
                </a:lnTo>
                <a:lnTo>
                  <a:pt x="188595" y="797560"/>
                </a:lnTo>
                <a:lnTo>
                  <a:pt x="142875" y="807085"/>
                </a:lnTo>
                <a:lnTo>
                  <a:pt x="95885" y="813435"/>
                </a:lnTo>
                <a:lnTo>
                  <a:pt x="48892" y="817879"/>
                </a:lnTo>
                <a:lnTo>
                  <a:pt x="632" y="819150"/>
                </a:lnTo>
                <a:lnTo>
                  <a:pt x="0" y="819150"/>
                </a:lnTo>
                <a:lnTo>
                  <a:pt x="632" y="0"/>
                </a:lnTo>
                <a:lnTo>
                  <a:pt x="819785" y="0"/>
                </a:lnTo>
                <a:close/>
              </a:path>
            </a:pathLst>
          </a:custGeom>
          <a:ln w="3175">
            <a:solidFill>
              <a:srgbClr val="D2C3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7000" y="5080"/>
            <a:ext cx="1785620" cy="178562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68275" y="20320"/>
            <a:ext cx="1703705" cy="1703070"/>
          </a:xfrm>
          <a:custGeom>
            <a:avLst/>
            <a:gdLst/>
            <a:ahLst/>
            <a:cxnLst/>
            <a:rect l="l" t="t" r="r" b="b"/>
            <a:pathLst>
              <a:path w="1703705" h="1703070">
                <a:moveTo>
                  <a:pt x="0" y="851534"/>
                </a:moveTo>
                <a:lnTo>
                  <a:pt x="1269" y="803275"/>
                </a:lnTo>
                <a:lnTo>
                  <a:pt x="5080" y="755650"/>
                </a:lnTo>
                <a:lnTo>
                  <a:pt x="12064" y="708659"/>
                </a:lnTo>
                <a:lnTo>
                  <a:pt x="20955" y="662304"/>
                </a:lnTo>
                <a:lnTo>
                  <a:pt x="32385" y="617854"/>
                </a:lnTo>
                <a:lnTo>
                  <a:pt x="46354" y="573404"/>
                </a:lnTo>
                <a:lnTo>
                  <a:pt x="62229" y="530225"/>
                </a:lnTo>
                <a:lnTo>
                  <a:pt x="80645" y="488314"/>
                </a:lnTo>
                <a:lnTo>
                  <a:pt x="101600" y="447675"/>
                </a:lnTo>
                <a:lnTo>
                  <a:pt x="123825" y="408304"/>
                </a:lnTo>
                <a:lnTo>
                  <a:pt x="148590" y="370839"/>
                </a:lnTo>
                <a:lnTo>
                  <a:pt x="175260" y="334009"/>
                </a:lnTo>
                <a:lnTo>
                  <a:pt x="203835" y="299084"/>
                </a:lnTo>
                <a:lnTo>
                  <a:pt x="233679" y="265429"/>
                </a:lnTo>
                <a:lnTo>
                  <a:pt x="265430" y="233679"/>
                </a:lnTo>
                <a:lnTo>
                  <a:pt x="299084" y="203200"/>
                </a:lnTo>
                <a:lnTo>
                  <a:pt x="334009" y="174625"/>
                </a:lnTo>
                <a:lnTo>
                  <a:pt x="370840" y="148589"/>
                </a:lnTo>
                <a:lnTo>
                  <a:pt x="408940" y="123825"/>
                </a:lnTo>
                <a:lnTo>
                  <a:pt x="448309" y="100964"/>
                </a:lnTo>
                <a:lnTo>
                  <a:pt x="488950" y="80645"/>
                </a:lnTo>
                <a:lnTo>
                  <a:pt x="530860" y="62229"/>
                </a:lnTo>
                <a:lnTo>
                  <a:pt x="574040" y="46354"/>
                </a:lnTo>
                <a:lnTo>
                  <a:pt x="617855" y="32384"/>
                </a:lnTo>
                <a:lnTo>
                  <a:pt x="662940" y="20954"/>
                </a:lnTo>
                <a:lnTo>
                  <a:pt x="708660" y="11429"/>
                </a:lnTo>
                <a:lnTo>
                  <a:pt x="755650" y="5079"/>
                </a:lnTo>
                <a:lnTo>
                  <a:pt x="803275" y="1270"/>
                </a:lnTo>
                <a:lnTo>
                  <a:pt x="851535" y="0"/>
                </a:lnTo>
                <a:lnTo>
                  <a:pt x="899794" y="1270"/>
                </a:lnTo>
                <a:lnTo>
                  <a:pt x="947419" y="5079"/>
                </a:lnTo>
                <a:lnTo>
                  <a:pt x="994410" y="11429"/>
                </a:lnTo>
                <a:lnTo>
                  <a:pt x="1040765" y="20954"/>
                </a:lnTo>
                <a:lnTo>
                  <a:pt x="1085850" y="32384"/>
                </a:lnTo>
                <a:lnTo>
                  <a:pt x="1129665" y="46354"/>
                </a:lnTo>
                <a:lnTo>
                  <a:pt x="1172845" y="62229"/>
                </a:lnTo>
                <a:lnTo>
                  <a:pt x="1214755" y="80645"/>
                </a:lnTo>
                <a:lnTo>
                  <a:pt x="1255395" y="100964"/>
                </a:lnTo>
                <a:lnTo>
                  <a:pt x="1294765" y="123825"/>
                </a:lnTo>
                <a:lnTo>
                  <a:pt x="1332865" y="148589"/>
                </a:lnTo>
                <a:lnTo>
                  <a:pt x="1369060" y="174625"/>
                </a:lnTo>
                <a:lnTo>
                  <a:pt x="1403985" y="203200"/>
                </a:lnTo>
                <a:lnTo>
                  <a:pt x="1437640" y="233679"/>
                </a:lnTo>
                <a:lnTo>
                  <a:pt x="1469389" y="265429"/>
                </a:lnTo>
                <a:lnTo>
                  <a:pt x="1499870" y="299084"/>
                </a:lnTo>
                <a:lnTo>
                  <a:pt x="1528445" y="334009"/>
                </a:lnTo>
                <a:lnTo>
                  <a:pt x="1554480" y="370839"/>
                </a:lnTo>
                <a:lnTo>
                  <a:pt x="1579245" y="408304"/>
                </a:lnTo>
                <a:lnTo>
                  <a:pt x="1602105" y="447675"/>
                </a:lnTo>
                <a:lnTo>
                  <a:pt x="1622425" y="488314"/>
                </a:lnTo>
                <a:lnTo>
                  <a:pt x="1640839" y="530225"/>
                </a:lnTo>
                <a:lnTo>
                  <a:pt x="1657350" y="573404"/>
                </a:lnTo>
                <a:lnTo>
                  <a:pt x="1670685" y="617854"/>
                </a:lnTo>
                <a:lnTo>
                  <a:pt x="1682750" y="662304"/>
                </a:lnTo>
                <a:lnTo>
                  <a:pt x="1691639" y="708659"/>
                </a:lnTo>
                <a:lnTo>
                  <a:pt x="1697989" y="755650"/>
                </a:lnTo>
                <a:lnTo>
                  <a:pt x="1701800" y="803275"/>
                </a:lnTo>
                <a:lnTo>
                  <a:pt x="1703705" y="851534"/>
                </a:lnTo>
                <a:lnTo>
                  <a:pt x="1701800" y="899794"/>
                </a:lnTo>
                <a:lnTo>
                  <a:pt x="1697989" y="947419"/>
                </a:lnTo>
                <a:lnTo>
                  <a:pt x="1691639" y="994409"/>
                </a:lnTo>
                <a:lnTo>
                  <a:pt x="1682750" y="1040129"/>
                </a:lnTo>
                <a:lnTo>
                  <a:pt x="1670685" y="1085214"/>
                </a:lnTo>
                <a:lnTo>
                  <a:pt x="1657350" y="1129664"/>
                </a:lnTo>
                <a:lnTo>
                  <a:pt x="1640839" y="1172209"/>
                </a:lnTo>
                <a:lnTo>
                  <a:pt x="1622425" y="1214119"/>
                </a:lnTo>
                <a:lnTo>
                  <a:pt x="1602105" y="1254759"/>
                </a:lnTo>
                <a:lnTo>
                  <a:pt x="1579245" y="1294129"/>
                </a:lnTo>
                <a:lnTo>
                  <a:pt x="1554480" y="1332229"/>
                </a:lnTo>
                <a:lnTo>
                  <a:pt x="1528445" y="1369059"/>
                </a:lnTo>
                <a:lnTo>
                  <a:pt x="1499870" y="1403984"/>
                </a:lnTo>
                <a:lnTo>
                  <a:pt x="1469389" y="1437639"/>
                </a:lnTo>
                <a:lnTo>
                  <a:pt x="1437640" y="1469389"/>
                </a:lnTo>
                <a:lnTo>
                  <a:pt x="1403985" y="1499234"/>
                </a:lnTo>
                <a:lnTo>
                  <a:pt x="1369060" y="1527809"/>
                </a:lnTo>
                <a:lnTo>
                  <a:pt x="1332865" y="1554479"/>
                </a:lnTo>
                <a:lnTo>
                  <a:pt x="1294765" y="1579244"/>
                </a:lnTo>
                <a:lnTo>
                  <a:pt x="1255395" y="1601469"/>
                </a:lnTo>
                <a:lnTo>
                  <a:pt x="1214755" y="1622425"/>
                </a:lnTo>
                <a:lnTo>
                  <a:pt x="1172845" y="1640839"/>
                </a:lnTo>
                <a:lnTo>
                  <a:pt x="1129665" y="1656714"/>
                </a:lnTo>
                <a:lnTo>
                  <a:pt x="1085850" y="1670684"/>
                </a:lnTo>
                <a:lnTo>
                  <a:pt x="1040765" y="1682114"/>
                </a:lnTo>
                <a:lnTo>
                  <a:pt x="994410" y="1691004"/>
                </a:lnTo>
                <a:lnTo>
                  <a:pt x="947419" y="1697989"/>
                </a:lnTo>
                <a:lnTo>
                  <a:pt x="899794" y="1701800"/>
                </a:lnTo>
                <a:lnTo>
                  <a:pt x="851535" y="1703069"/>
                </a:lnTo>
                <a:lnTo>
                  <a:pt x="803275" y="1701800"/>
                </a:lnTo>
                <a:lnTo>
                  <a:pt x="755650" y="1697989"/>
                </a:lnTo>
                <a:lnTo>
                  <a:pt x="708660" y="1691004"/>
                </a:lnTo>
                <a:lnTo>
                  <a:pt x="662940" y="1682114"/>
                </a:lnTo>
                <a:lnTo>
                  <a:pt x="617855" y="1670684"/>
                </a:lnTo>
                <a:lnTo>
                  <a:pt x="574040" y="1656714"/>
                </a:lnTo>
                <a:lnTo>
                  <a:pt x="530860" y="1640839"/>
                </a:lnTo>
                <a:lnTo>
                  <a:pt x="488950" y="1622425"/>
                </a:lnTo>
                <a:lnTo>
                  <a:pt x="448309" y="1601469"/>
                </a:lnTo>
                <a:lnTo>
                  <a:pt x="408940" y="1579244"/>
                </a:lnTo>
                <a:lnTo>
                  <a:pt x="370840" y="1554479"/>
                </a:lnTo>
                <a:lnTo>
                  <a:pt x="334009" y="1527809"/>
                </a:lnTo>
                <a:lnTo>
                  <a:pt x="299084" y="1499234"/>
                </a:lnTo>
                <a:lnTo>
                  <a:pt x="265430" y="1469389"/>
                </a:lnTo>
                <a:lnTo>
                  <a:pt x="233679" y="1437639"/>
                </a:lnTo>
                <a:lnTo>
                  <a:pt x="203835" y="1403984"/>
                </a:lnTo>
                <a:lnTo>
                  <a:pt x="175260" y="1369059"/>
                </a:lnTo>
                <a:lnTo>
                  <a:pt x="148590" y="1332229"/>
                </a:lnTo>
                <a:lnTo>
                  <a:pt x="123825" y="1294129"/>
                </a:lnTo>
                <a:lnTo>
                  <a:pt x="101600" y="1254759"/>
                </a:lnTo>
                <a:lnTo>
                  <a:pt x="80645" y="1214119"/>
                </a:lnTo>
                <a:lnTo>
                  <a:pt x="62229" y="1172209"/>
                </a:lnTo>
                <a:lnTo>
                  <a:pt x="46354" y="1129664"/>
                </a:lnTo>
                <a:lnTo>
                  <a:pt x="32385" y="1085214"/>
                </a:lnTo>
                <a:lnTo>
                  <a:pt x="20955" y="1040129"/>
                </a:lnTo>
                <a:lnTo>
                  <a:pt x="12064" y="994409"/>
                </a:lnTo>
                <a:lnTo>
                  <a:pt x="5080" y="947419"/>
                </a:lnTo>
                <a:lnTo>
                  <a:pt x="1269" y="899794"/>
                </a:lnTo>
                <a:lnTo>
                  <a:pt x="0" y="851534"/>
                </a:lnTo>
                <a:close/>
              </a:path>
            </a:pathLst>
          </a:custGeom>
          <a:ln w="27305">
            <a:solidFill>
              <a:srgbClr val="FFF6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2720" y="1046480"/>
            <a:ext cx="1153160" cy="114808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87325" y="1050289"/>
            <a:ext cx="1116965" cy="1111885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87325" y="1050289"/>
            <a:ext cx="1116965" cy="1111250"/>
          </a:xfrm>
          <a:custGeom>
            <a:avLst/>
            <a:gdLst/>
            <a:ahLst/>
            <a:cxnLst/>
            <a:rect l="l" t="t" r="r" b="b"/>
            <a:pathLst>
              <a:path w="1116965" h="1111250">
                <a:moveTo>
                  <a:pt x="118745" y="204470"/>
                </a:moveTo>
                <a:lnTo>
                  <a:pt x="149860" y="168275"/>
                </a:lnTo>
                <a:lnTo>
                  <a:pt x="183515" y="135889"/>
                </a:lnTo>
                <a:lnTo>
                  <a:pt x="219709" y="106680"/>
                </a:lnTo>
                <a:lnTo>
                  <a:pt x="257175" y="81280"/>
                </a:lnTo>
                <a:lnTo>
                  <a:pt x="297180" y="59055"/>
                </a:lnTo>
                <a:lnTo>
                  <a:pt x="337820" y="40005"/>
                </a:lnTo>
                <a:lnTo>
                  <a:pt x="380365" y="24764"/>
                </a:lnTo>
                <a:lnTo>
                  <a:pt x="424180" y="13335"/>
                </a:lnTo>
                <a:lnTo>
                  <a:pt x="467995" y="5080"/>
                </a:lnTo>
                <a:lnTo>
                  <a:pt x="513080" y="635"/>
                </a:lnTo>
                <a:lnTo>
                  <a:pt x="558165" y="0"/>
                </a:lnTo>
                <a:lnTo>
                  <a:pt x="603250" y="2539"/>
                </a:lnTo>
                <a:lnTo>
                  <a:pt x="648335" y="8889"/>
                </a:lnTo>
                <a:lnTo>
                  <a:pt x="692785" y="18414"/>
                </a:lnTo>
                <a:lnTo>
                  <a:pt x="737235" y="32385"/>
                </a:lnTo>
                <a:lnTo>
                  <a:pt x="780415" y="49530"/>
                </a:lnTo>
                <a:lnTo>
                  <a:pt x="822325" y="71120"/>
                </a:lnTo>
                <a:lnTo>
                  <a:pt x="862965" y="95885"/>
                </a:lnTo>
                <a:lnTo>
                  <a:pt x="902335" y="124460"/>
                </a:lnTo>
                <a:lnTo>
                  <a:pt x="939165" y="156210"/>
                </a:lnTo>
                <a:lnTo>
                  <a:pt x="972185" y="190500"/>
                </a:lnTo>
                <a:lnTo>
                  <a:pt x="1002030" y="227330"/>
                </a:lnTo>
                <a:lnTo>
                  <a:pt x="1028700" y="265430"/>
                </a:lnTo>
                <a:lnTo>
                  <a:pt x="1052195" y="305435"/>
                </a:lnTo>
                <a:lnTo>
                  <a:pt x="1071880" y="346710"/>
                </a:lnTo>
                <a:lnTo>
                  <a:pt x="1087755" y="389255"/>
                </a:lnTo>
                <a:lnTo>
                  <a:pt x="1100455" y="432435"/>
                </a:lnTo>
                <a:lnTo>
                  <a:pt x="1109345" y="476885"/>
                </a:lnTo>
                <a:lnTo>
                  <a:pt x="1115060" y="521335"/>
                </a:lnTo>
                <a:lnTo>
                  <a:pt x="1116965" y="566420"/>
                </a:lnTo>
                <a:lnTo>
                  <a:pt x="1115060" y="611505"/>
                </a:lnTo>
                <a:lnTo>
                  <a:pt x="1109345" y="655955"/>
                </a:lnTo>
                <a:lnTo>
                  <a:pt x="1100455" y="700405"/>
                </a:lnTo>
                <a:lnTo>
                  <a:pt x="1087755" y="743585"/>
                </a:lnTo>
                <a:lnTo>
                  <a:pt x="1071245" y="786764"/>
                </a:lnTo>
                <a:lnTo>
                  <a:pt x="1050290" y="828039"/>
                </a:lnTo>
                <a:lnTo>
                  <a:pt x="1026160" y="868045"/>
                </a:lnTo>
                <a:lnTo>
                  <a:pt x="998219" y="906780"/>
                </a:lnTo>
                <a:lnTo>
                  <a:pt x="967105" y="942339"/>
                </a:lnTo>
                <a:lnTo>
                  <a:pt x="933450" y="974725"/>
                </a:lnTo>
                <a:lnTo>
                  <a:pt x="897255" y="1003935"/>
                </a:lnTo>
                <a:lnTo>
                  <a:pt x="859790" y="1029970"/>
                </a:lnTo>
                <a:lnTo>
                  <a:pt x="819785" y="1052195"/>
                </a:lnTo>
                <a:lnTo>
                  <a:pt x="778510" y="1070610"/>
                </a:lnTo>
                <a:lnTo>
                  <a:pt x="736600" y="1085850"/>
                </a:lnTo>
                <a:lnTo>
                  <a:pt x="692785" y="1097280"/>
                </a:lnTo>
                <a:lnTo>
                  <a:pt x="648335" y="1105535"/>
                </a:lnTo>
                <a:lnTo>
                  <a:pt x="603885" y="1109980"/>
                </a:lnTo>
                <a:lnTo>
                  <a:pt x="558800" y="1111250"/>
                </a:lnTo>
                <a:lnTo>
                  <a:pt x="513715" y="1108710"/>
                </a:lnTo>
                <a:lnTo>
                  <a:pt x="468630" y="1102360"/>
                </a:lnTo>
                <a:lnTo>
                  <a:pt x="423545" y="1092200"/>
                </a:lnTo>
                <a:lnTo>
                  <a:pt x="379730" y="1078864"/>
                </a:lnTo>
                <a:lnTo>
                  <a:pt x="336550" y="1061085"/>
                </a:lnTo>
                <a:lnTo>
                  <a:pt x="294640" y="1040130"/>
                </a:lnTo>
                <a:lnTo>
                  <a:pt x="254000" y="1015364"/>
                </a:lnTo>
                <a:lnTo>
                  <a:pt x="214629" y="986155"/>
                </a:lnTo>
                <a:lnTo>
                  <a:pt x="177800" y="954405"/>
                </a:lnTo>
                <a:lnTo>
                  <a:pt x="144779" y="920114"/>
                </a:lnTo>
                <a:lnTo>
                  <a:pt x="114300" y="883920"/>
                </a:lnTo>
                <a:lnTo>
                  <a:pt x="88264" y="845820"/>
                </a:lnTo>
                <a:lnTo>
                  <a:pt x="64770" y="805814"/>
                </a:lnTo>
                <a:lnTo>
                  <a:pt x="45085" y="764539"/>
                </a:lnTo>
                <a:lnTo>
                  <a:pt x="29210" y="721995"/>
                </a:lnTo>
                <a:lnTo>
                  <a:pt x="16510" y="678180"/>
                </a:lnTo>
                <a:lnTo>
                  <a:pt x="7619" y="634364"/>
                </a:lnTo>
                <a:lnTo>
                  <a:pt x="1905" y="589280"/>
                </a:lnTo>
                <a:lnTo>
                  <a:pt x="0" y="544830"/>
                </a:lnTo>
                <a:lnTo>
                  <a:pt x="1905" y="499745"/>
                </a:lnTo>
                <a:lnTo>
                  <a:pt x="6985" y="454660"/>
                </a:lnTo>
                <a:lnTo>
                  <a:pt x="16510" y="410845"/>
                </a:lnTo>
                <a:lnTo>
                  <a:pt x="29210" y="367030"/>
                </a:lnTo>
                <a:lnTo>
                  <a:pt x="45720" y="324485"/>
                </a:lnTo>
                <a:lnTo>
                  <a:pt x="66039" y="283210"/>
                </a:lnTo>
                <a:lnTo>
                  <a:pt x="90170" y="242570"/>
                </a:lnTo>
                <a:lnTo>
                  <a:pt x="118745" y="204470"/>
                </a:lnTo>
                <a:close/>
              </a:path>
              <a:path w="1116965" h="1111250">
                <a:moveTo>
                  <a:pt x="220345" y="285750"/>
                </a:moveTo>
                <a:lnTo>
                  <a:pt x="193675" y="323214"/>
                </a:lnTo>
                <a:lnTo>
                  <a:pt x="172085" y="362585"/>
                </a:lnTo>
                <a:lnTo>
                  <a:pt x="154940" y="403225"/>
                </a:lnTo>
                <a:lnTo>
                  <a:pt x="142240" y="445770"/>
                </a:lnTo>
                <a:lnTo>
                  <a:pt x="133985" y="488314"/>
                </a:lnTo>
                <a:lnTo>
                  <a:pt x="130810" y="532130"/>
                </a:lnTo>
                <a:lnTo>
                  <a:pt x="131445" y="575310"/>
                </a:lnTo>
                <a:lnTo>
                  <a:pt x="137160" y="619125"/>
                </a:lnTo>
                <a:lnTo>
                  <a:pt x="146685" y="661670"/>
                </a:lnTo>
                <a:lnTo>
                  <a:pt x="161290" y="703580"/>
                </a:lnTo>
                <a:lnTo>
                  <a:pt x="179704" y="743585"/>
                </a:lnTo>
                <a:lnTo>
                  <a:pt x="202565" y="782320"/>
                </a:lnTo>
                <a:lnTo>
                  <a:pt x="229234" y="819150"/>
                </a:lnTo>
                <a:lnTo>
                  <a:pt x="260350" y="852805"/>
                </a:lnTo>
                <a:lnTo>
                  <a:pt x="295909" y="884555"/>
                </a:lnTo>
                <a:lnTo>
                  <a:pt x="334009" y="911860"/>
                </a:lnTo>
                <a:lnTo>
                  <a:pt x="374650" y="934720"/>
                </a:lnTo>
                <a:lnTo>
                  <a:pt x="415925" y="953135"/>
                </a:lnTo>
                <a:lnTo>
                  <a:pt x="459105" y="966470"/>
                </a:lnTo>
                <a:lnTo>
                  <a:pt x="502284" y="975360"/>
                </a:lnTo>
                <a:lnTo>
                  <a:pt x="546100" y="980439"/>
                </a:lnTo>
                <a:lnTo>
                  <a:pt x="589915" y="980439"/>
                </a:lnTo>
                <a:lnTo>
                  <a:pt x="633094" y="975995"/>
                </a:lnTo>
                <a:lnTo>
                  <a:pt x="676275" y="967739"/>
                </a:lnTo>
                <a:lnTo>
                  <a:pt x="717550" y="954405"/>
                </a:lnTo>
                <a:lnTo>
                  <a:pt x="757555" y="937260"/>
                </a:lnTo>
                <a:lnTo>
                  <a:pt x="796290" y="915670"/>
                </a:lnTo>
                <a:lnTo>
                  <a:pt x="832485" y="889635"/>
                </a:lnTo>
                <a:lnTo>
                  <a:pt x="865505" y="859789"/>
                </a:lnTo>
                <a:lnTo>
                  <a:pt x="896619" y="825500"/>
                </a:lnTo>
                <a:lnTo>
                  <a:pt x="923290" y="788035"/>
                </a:lnTo>
                <a:lnTo>
                  <a:pt x="944880" y="748664"/>
                </a:lnTo>
                <a:lnTo>
                  <a:pt x="962025" y="707389"/>
                </a:lnTo>
                <a:lnTo>
                  <a:pt x="974725" y="665480"/>
                </a:lnTo>
                <a:lnTo>
                  <a:pt x="982980" y="622300"/>
                </a:lnTo>
                <a:lnTo>
                  <a:pt x="986155" y="579120"/>
                </a:lnTo>
                <a:lnTo>
                  <a:pt x="984885" y="535305"/>
                </a:lnTo>
                <a:lnTo>
                  <a:pt x="979805" y="492125"/>
                </a:lnTo>
                <a:lnTo>
                  <a:pt x="969644" y="449580"/>
                </a:lnTo>
                <a:lnTo>
                  <a:pt x="955675" y="407670"/>
                </a:lnTo>
                <a:lnTo>
                  <a:pt x="937260" y="367030"/>
                </a:lnTo>
                <a:lnTo>
                  <a:pt x="914400" y="328295"/>
                </a:lnTo>
                <a:lnTo>
                  <a:pt x="887094" y="292100"/>
                </a:lnTo>
                <a:lnTo>
                  <a:pt x="855980" y="257810"/>
                </a:lnTo>
                <a:lnTo>
                  <a:pt x="821055" y="226695"/>
                </a:lnTo>
                <a:lnTo>
                  <a:pt x="782319" y="199389"/>
                </a:lnTo>
                <a:lnTo>
                  <a:pt x="742315" y="176530"/>
                </a:lnTo>
                <a:lnTo>
                  <a:pt x="701040" y="158114"/>
                </a:lnTo>
                <a:lnTo>
                  <a:pt x="657860" y="144145"/>
                </a:lnTo>
                <a:lnTo>
                  <a:pt x="614680" y="135255"/>
                </a:lnTo>
                <a:lnTo>
                  <a:pt x="570865" y="130810"/>
                </a:lnTo>
                <a:lnTo>
                  <a:pt x="527050" y="130810"/>
                </a:lnTo>
                <a:lnTo>
                  <a:pt x="483234" y="134620"/>
                </a:lnTo>
                <a:lnTo>
                  <a:pt x="440690" y="143510"/>
                </a:lnTo>
                <a:lnTo>
                  <a:pt x="399415" y="156845"/>
                </a:lnTo>
                <a:lnTo>
                  <a:pt x="358775" y="173989"/>
                </a:lnTo>
                <a:lnTo>
                  <a:pt x="320675" y="195580"/>
                </a:lnTo>
                <a:lnTo>
                  <a:pt x="284480" y="221614"/>
                </a:lnTo>
                <a:lnTo>
                  <a:pt x="250825" y="251460"/>
                </a:lnTo>
                <a:lnTo>
                  <a:pt x="220345" y="285750"/>
                </a:lnTo>
                <a:close/>
              </a:path>
            </a:pathLst>
          </a:custGeom>
          <a:ln w="7347">
            <a:solidFill>
              <a:srgbClr val="C5B7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12825" y="0"/>
            <a:ext cx="8131175" cy="6858000"/>
          </a:xfrm>
          <a:custGeom>
            <a:avLst/>
            <a:gdLst/>
            <a:ahLst/>
            <a:cxnLst/>
            <a:rect l="l" t="t" r="r" b="b"/>
            <a:pathLst>
              <a:path w="8131175" h="6858000">
                <a:moveTo>
                  <a:pt x="8131175" y="0"/>
                </a:moveTo>
                <a:lnTo>
                  <a:pt x="0" y="0"/>
                </a:lnTo>
                <a:lnTo>
                  <a:pt x="0" y="6858000"/>
                </a:lnTo>
                <a:lnTo>
                  <a:pt x="8131175" y="6858000"/>
                </a:lnTo>
                <a:lnTo>
                  <a:pt x="81311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32180" y="-3"/>
            <a:ext cx="160019" cy="6857999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1014094" y="0"/>
            <a:ext cx="73025" cy="6858000"/>
          </a:xfrm>
          <a:custGeom>
            <a:avLst/>
            <a:gdLst/>
            <a:ahLst/>
            <a:cxnLst/>
            <a:rect l="l" t="t" r="r" b="b"/>
            <a:pathLst>
              <a:path w="73025" h="6858000">
                <a:moveTo>
                  <a:pt x="73025" y="0"/>
                </a:moveTo>
                <a:lnTo>
                  <a:pt x="0" y="0"/>
                </a:lnTo>
                <a:lnTo>
                  <a:pt x="0" y="6858000"/>
                </a:lnTo>
                <a:lnTo>
                  <a:pt x="73025" y="6858000"/>
                </a:lnTo>
                <a:lnTo>
                  <a:pt x="730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69314" y="149478"/>
            <a:ext cx="5859145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63242" y="1167764"/>
            <a:ext cx="6838315" cy="1852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28836" y="6507997"/>
            <a:ext cx="215900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B5A785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2" Type="http://schemas.openxmlformats.org/officeDocument/2006/relationships/image" Target="../media/image8.jp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32" Type="http://schemas.openxmlformats.org/officeDocument/2006/relationships/image" Target="../media/image38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28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31" Type="http://schemas.openxmlformats.org/officeDocument/2006/relationships/image" Target="../media/image37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Relationship Id="rId27" Type="http://schemas.openxmlformats.org/officeDocument/2006/relationships/image" Target="../media/image33.png"/><Relationship Id="rId30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jpg"/><Relationship Id="rId12" Type="http://schemas.openxmlformats.org/officeDocument/2006/relationships/image" Target="../media/image48.jpg"/><Relationship Id="rId17" Type="http://schemas.openxmlformats.org/officeDocument/2006/relationships/image" Target="../media/image53.jpg"/><Relationship Id="rId2" Type="http://schemas.openxmlformats.org/officeDocument/2006/relationships/image" Target="../media/image1.jpg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2.jp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jpg"/><Relationship Id="rId10" Type="http://schemas.openxmlformats.org/officeDocument/2006/relationships/image" Target="../media/image46.jpg"/><Relationship Id="rId4" Type="http://schemas.openxmlformats.org/officeDocument/2006/relationships/image" Target="../media/image40.png"/><Relationship Id="rId9" Type="http://schemas.openxmlformats.org/officeDocument/2006/relationships/image" Target="../media/image45.jpg"/><Relationship Id="rId14" Type="http://schemas.openxmlformats.org/officeDocument/2006/relationships/image" Target="../media/image50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74263" y="559689"/>
            <a:ext cx="5148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ANDHRA</a:t>
            </a:r>
            <a:r>
              <a:rPr spc="-80" dirty="0"/>
              <a:t> </a:t>
            </a:r>
            <a:r>
              <a:rPr spc="-30" dirty="0"/>
              <a:t>ENGINEERING</a:t>
            </a:r>
            <a:r>
              <a:rPr spc="-95" dirty="0"/>
              <a:t> </a:t>
            </a:r>
            <a:r>
              <a:rPr spc="-10" dirty="0"/>
              <a:t>COLLEGE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59563"/>
            <a:ext cx="1600200" cy="16001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43305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A</a:t>
            </a:r>
            <a:r>
              <a:rPr lang="en-IN" spc="-30" dirty="0"/>
              <a:t>P</a:t>
            </a:r>
            <a:r>
              <a:rPr spc="-30" dirty="0"/>
              <a:t>PROV</a:t>
            </a:r>
            <a:r>
              <a:rPr lang="en-IN" spc="-30" dirty="0"/>
              <a:t>E</a:t>
            </a:r>
            <a:r>
              <a:rPr spc="-30" dirty="0"/>
              <a:t>D</a:t>
            </a:r>
            <a:r>
              <a:rPr spc="-5" dirty="0"/>
              <a:t> </a:t>
            </a:r>
            <a:r>
              <a:rPr spc="-10" dirty="0"/>
              <a:t>BY</a:t>
            </a:r>
            <a:r>
              <a:rPr spc="-25" dirty="0"/>
              <a:t> AICTE</a:t>
            </a:r>
            <a:r>
              <a:rPr dirty="0"/>
              <a:t> </a:t>
            </a:r>
            <a:r>
              <a:rPr spc="-30" dirty="0"/>
              <a:t>Affiliated</a:t>
            </a:r>
            <a:r>
              <a:rPr spc="-6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spc="-35" dirty="0"/>
              <a:t>JNTU,Ananthapuramu</a:t>
            </a:r>
            <a:r>
              <a:rPr spc="-55" dirty="0"/>
              <a:t> </a:t>
            </a:r>
            <a:r>
              <a:rPr spc="-25" dirty="0"/>
              <a:t>3-</a:t>
            </a:r>
            <a:r>
              <a:rPr spc="-30" dirty="0"/>
              <a:t>76-</a:t>
            </a:r>
            <a:r>
              <a:rPr dirty="0"/>
              <a:t>2</a:t>
            </a:r>
            <a:r>
              <a:rPr spc="-60" dirty="0"/>
              <a:t> </a:t>
            </a:r>
            <a:r>
              <a:rPr spc="-10" dirty="0"/>
              <a:t>Atmakur,</a:t>
            </a: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pc="-10" dirty="0"/>
          </a:p>
          <a:p>
            <a:pPr marL="2966720">
              <a:lnSpc>
                <a:spcPct val="100000"/>
              </a:lnSpc>
            </a:pPr>
            <a:r>
              <a:rPr spc="-30" dirty="0"/>
              <a:t>Nellore,</a:t>
            </a:r>
            <a:r>
              <a:rPr spc="-55" dirty="0"/>
              <a:t> </a:t>
            </a:r>
            <a:r>
              <a:rPr spc="-10" dirty="0"/>
              <a:t>AP</a:t>
            </a:r>
            <a:r>
              <a:rPr spc="-30" dirty="0"/>
              <a:t> </a:t>
            </a:r>
            <a:r>
              <a:rPr spc="-25" dirty="0"/>
              <a:t>524322</a:t>
            </a:r>
            <a:r>
              <a:rPr spc="-55" dirty="0"/>
              <a:t> </a:t>
            </a:r>
            <a:r>
              <a:rPr spc="-20" dirty="0"/>
              <a:t>India</a:t>
            </a:r>
          </a:p>
          <a:p>
            <a:pPr marR="831215" algn="ctr">
              <a:lnSpc>
                <a:spcPct val="100000"/>
              </a:lnSpc>
              <a:spcBef>
                <a:spcPts val="235"/>
              </a:spcBef>
            </a:pPr>
            <a:r>
              <a:rPr sz="2000" b="0" dirty="0">
                <a:solidFill>
                  <a:srgbClr val="E36C09"/>
                </a:solidFill>
                <a:latin typeface="Arial MT"/>
                <a:cs typeface="Arial MT"/>
              </a:rPr>
              <a:t>MULTIPLE</a:t>
            </a:r>
            <a:r>
              <a:rPr sz="2000" b="0" spc="-35" dirty="0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sz="2000" b="0" dirty="0">
                <a:solidFill>
                  <a:srgbClr val="E36C09"/>
                </a:solidFill>
                <a:latin typeface="Arial MT"/>
                <a:cs typeface="Arial MT"/>
              </a:rPr>
              <a:t>FUNCTIONAL</a:t>
            </a:r>
            <a:r>
              <a:rPr sz="2000" b="0" spc="-25" dirty="0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sz="2000" b="0" dirty="0">
                <a:solidFill>
                  <a:srgbClr val="E36C09"/>
                </a:solidFill>
                <a:latin typeface="Arial MT"/>
                <a:cs typeface="Arial MT"/>
              </a:rPr>
              <a:t>ROBOTS</a:t>
            </a:r>
            <a:r>
              <a:rPr sz="2000" b="0" spc="-30" dirty="0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sz="2000" b="0" dirty="0">
                <a:solidFill>
                  <a:srgbClr val="E36C09"/>
                </a:solidFill>
                <a:latin typeface="Arial MT"/>
                <a:cs typeface="Arial MT"/>
              </a:rPr>
              <a:t>FOR</a:t>
            </a:r>
            <a:r>
              <a:rPr sz="2000" b="0" spc="-25" dirty="0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sz="2000" b="0" spc="-10" dirty="0">
                <a:solidFill>
                  <a:srgbClr val="E36C09"/>
                </a:solidFill>
                <a:latin typeface="Arial MT"/>
                <a:cs typeface="Arial MT"/>
              </a:rPr>
              <a:t>DEFENCE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000" dirty="0">
              <a:latin typeface="Arial MT"/>
              <a:cs typeface="Arial MT"/>
            </a:endParaRPr>
          </a:p>
          <a:p>
            <a:pPr marR="828040" algn="ctr">
              <a:lnSpc>
                <a:spcPct val="100000"/>
              </a:lnSpc>
              <a:spcBef>
                <a:spcPts val="5"/>
              </a:spcBef>
            </a:pPr>
            <a:r>
              <a:rPr sz="1600" b="0" dirty="0">
                <a:solidFill>
                  <a:srgbClr val="94B3D6"/>
                </a:solidFill>
                <a:latin typeface="Arial MT"/>
                <a:cs typeface="Arial MT"/>
              </a:rPr>
              <a:t>DEPARTMENT</a:t>
            </a:r>
            <a:r>
              <a:rPr sz="1600" b="0" spc="-25" dirty="0">
                <a:solidFill>
                  <a:srgbClr val="94B3D6"/>
                </a:solidFill>
                <a:latin typeface="Arial MT"/>
                <a:cs typeface="Arial MT"/>
              </a:rPr>
              <a:t> OF</a:t>
            </a:r>
            <a:endParaRPr sz="1600" dirty="0">
              <a:latin typeface="Arial MT"/>
              <a:cs typeface="Arial MT"/>
            </a:endParaRPr>
          </a:p>
          <a:p>
            <a:pPr marR="774700" algn="ctr">
              <a:lnSpc>
                <a:spcPct val="100000"/>
              </a:lnSpc>
            </a:pPr>
            <a:r>
              <a:rPr sz="1600" b="0" dirty="0">
                <a:solidFill>
                  <a:srgbClr val="94B3D6"/>
                </a:solidFill>
                <a:latin typeface="Arial MT"/>
                <a:cs typeface="Arial MT"/>
              </a:rPr>
              <a:t>ELECTRONICS</a:t>
            </a:r>
            <a:r>
              <a:rPr sz="1600" b="0" spc="-55" dirty="0">
                <a:solidFill>
                  <a:srgbClr val="94B3D6"/>
                </a:solidFill>
                <a:latin typeface="Arial MT"/>
                <a:cs typeface="Arial MT"/>
              </a:rPr>
              <a:t> </a:t>
            </a:r>
            <a:r>
              <a:rPr sz="1600" b="0" dirty="0">
                <a:solidFill>
                  <a:srgbClr val="94B3D6"/>
                </a:solidFill>
                <a:latin typeface="Arial MT"/>
                <a:cs typeface="Arial MT"/>
              </a:rPr>
              <a:t>AND</a:t>
            </a:r>
            <a:r>
              <a:rPr sz="1600" b="0" spc="-65" dirty="0">
                <a:solidFill>
                  <a:srgbClr val="94B3D6"/>
                </a:solidFill>
                <a:latin typeface="Arial MT"/>
                <a:cs typeface="Arial MT"/>
              </a:rPr>
              <a:t> </a:t>
            </a:r>
            <a:r>
              <a:rPr sz="1600" b="0" dirty="0">
                <a:solidFill>
                  <a:srgbClr val="94B3D6"/>
                </a:solidFill>
                <a:latin typeface="Arial MT"/>
                <a:cs typeface="Arial MT"/>
              </a:rPr>
              <a:t>COMMUNICATION</a:t>
            </a:r>
            <a:r>
              <a:rPr sz="1600" b="0" spc="-35" dirty="0">
                <a:solidFill>
                  <a:srgbClr val="94B3D6"/>
                </a:solidFill>
                <a:latin typeface="Arial MT"/>
                <a:cs typeface="Arial MT"/>
              </a:rPr>
              <a:t> </a:t>
            </a:r>
            <a:r>
              <a:rPr sz="1600" b="0" spc="-10" dirty="0">
                <a:solidFill>
                  <a:srgbClr val="94B3D6"/>
                </a:solidFill>
                <a:latin typeface="Arial MT"/>
                <a:cs typeface="Arial MT"/>
              </a:rPr>
              <a:t>ENGINEERING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1424686" y="4371213"/>
            <a:ext cx="19500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AF50"/>
                </a:solidFill>
                <a:latin typeface="Times New Roman"/>
                <a:cs typeface="Times New Roman"/>
              </a:rPr>
              <a:t>Under</a:t>
            </a:r>
            <a:r>
              <a:rPr sz="1600" b="1" spc="-40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sz="16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00AF50"/>
                </a:solidFill>
                <a:latin typeface="Times New Roman"/>
                <a:cs typeface="Times New Roman"/>
              </a:rPr>
              <a:t>guidance</a:t>
            </a:r>
            <a:r>
              <a:rPr sz="1600" b="1" spc="-45" dirty="0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sz="1600" b="1" spc="-25" dirty="0">
                <a:solidFill>
                  <a:srgbClr val="00AF50"/>
                </a:solidFill>
                <a:latin typeface="Times New Roman"/>
                <a:cs typeface="Times New Roman"/>
              </a:rPr>
              <a:t>of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38402" y="4865575"/>
            <a:ext cx="2449195" cy="675005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800" dirty="0">
                <a:latin typeface="Arial MT"/>
                <a:cs typeface="Arial MT"/>
              </a:rPr>
              <a:t>Mr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.A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.Devamani, </a:t>
            </a:r>
            <a:r>
              <a:rPr sz="1200" spc="-10" dirty="0">
                <a:latin typeface="Arial MT"/>
                <a:cs typeface="Arial MT"/>
              </a:rPr>
              <a:t>M.Tech</a:t>
            </a:r>
            <a:endParaRPr sz="1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200" dirty="0">
                <a:latin typeface="Arial MT"/>
                <a:cs typeface="Arial MT"/>
              </a:rPr>
              <a:t>Associate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professor,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Dept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ECE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,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61228" y="4368165"/>
            <a:ext cx="13296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Presented</a:t>
            </a:r>
            <a:r>
              <a:rPr sz="20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Times New Roman"/>
                <a:cs typeface="Times New Roman"/>
              </a:rPr>
              <a:t>by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61228" y="4676013"/>
            <a:ext cx="177927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354965" algn="l"/>
              </a:tabLst>
            </a:pPr>
            <a:r>
              <a:rPr sz="1600" spc="-10" dirty="0">
                <a:latin typeface="Times New Roman"/>
                <a:cs typeface="Times New Roman"/>
              </a:rPr>
              <a:t>N.Gayathri</a:t>
            </a:r>
            <a:endParaRPr sz="16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600" spc="-10" dirty="0">
                <a:latin typeface="Times New Roman"/>
                <a:cs typeface="Times New Roman"/>
              </a:rPr>
              <a:t>P.Bhavani</a:t>
            </a:r>
            <a:endParaRPr sz="16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600" dirty="0">
                <a:latin typeface="Times New Roman"/>
                <a:cs typeface="Times New Roman"/>
              </a:rPr>
              <a:t>M.Lakshmi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priya</a:t>
            </a:r>
            <a:endParaRPr sz="16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600" spc="-10" dirty="0">
                <a:latin typeface="Times New Roman"/>
                <a:cs typeface="Times New Roman"/>
              </a:rPr>
              <a:t>SK.Ayesha</a:t>
            </a:r>
            <a:endParaRPr sz="1600" dirty="0">
              <a:latin typeface="Times New Roman"/>
              <a:cs typeface="Times New Roman"/>
            </a:endParaRPr>
          </a:p>
          <a:p>
            <a:pPr marL="316865" indent="-304165">
              <a:lnSpc>
                <a:spcPct val="100000"/>
              </a:lnSpc>
              <a:buAutoNum type="arabicPeriod"/>
              <a:tabLst>
                <a:tab pos="316865" algn="l"/>
              </a:tabLst>
            </a:pPr>
            <a:r>
              <a:rPr sz="1600" spc="-10" dirty="0" err="1">
                <a:latin typeface="Times New Roman"/>
                <a:cs typeface="Times New Roman"/>
              </a:rPr>
              <a:t>P.Lik</a:t>
            </a:r>
            <a:r>
              <a:rPr lang="en-IN" sz="1600" spc="-10" dirty="0">
                <a:latin typeface="Times New Roman"/>
                <a:cs typeface="Times New Roman"/>
              </a:rPr>
              <a:t>h</a:t>
            </a:r>
            <a:r>
              <a:rPr sz="1600" spc="-10" dirty="0" err="1">
                <a:latin typeface="Times New Roman"/>
                <a:cs typeface="Times New Roman"/>
              </a:rPr>
              <a:t>itha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78445" y="4676013"/>
            <a:ext cx="161036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6245" algn="l"/>
              </a:tabLst>
            </a:pPr>
            <a:r>
              <a:rPr sz="1600" spc="-50" dirty="0">
                <a:latin typeface="Times New Roman"/>
                <a:cs typeface="Times New Roman"/>
              </a:rPr>
              <a:t>-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10" dirty="0">
                <a:latin typeface="Times New Roman"/>
                <a:cs typeface="Times New Roman"/>
              </a:rPr>
              <a:t>21HN1A0427</a:t>
            </a:r>
            <a:endParaRPr sz="1600">
              <a:latin typeface="Times New Roman"/>
              <a:cs typeface="Times New Roman"/>
            </a:endParaRPr>
          </a:p>
          <a:p>
            <a:pPr marL="44450">
              <a:lnSpc>
                <a:spcPct val="100000"/>
              </a:lnSpc>
              <a:tabLst>
                <a:tab pos="417830" algn="l"/>
              </a:tabLst>
            </a:pPr>
            <a:r>
              <a:rPr sz="1600" spc="-50" dirty="0">
                <a:latin typeface="Times New Roman"/>
                <a:cs typeface="Times New Roman"/>
              </a:rPr>
              <a:t>-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10" dirty="0">
                <a:latin typeface="Times New Roman"/>
                <a:cs typeface="Times New Roman"/>
              </a:rPr>
              <a:t>22HN5A0401</a:t>
            </a:r>
            <a:endParaRPr sz="1600">
              <a:latin typeface="Times New Roman"/>
              <a:cs typeface="Times New Roman"/>
            </a:endParaRPr>
          </a:p>
          <a:p>
            <a:pPr marL="59690">
              <a:lnSpc>
                <a:spcPct val="100000"/>
              </a:lnSpc>
              <a:tabLst>
                <a:tab pos="433070" algn="l"/>
              </a:tabLst>
            </a:pPr>
            <a:r>
              <a:rPr sz="1600" spc="-50" dirty="0">
                <a:latin typeface="Times New Roman"/>
                <a:cs typeface="Times New Roman"/>
              </a:rPr>
              <a:t>-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10" dirty="0">
                <a:latin typeface="Times New Roman"/>
                <a:cs typeface="Times New Roman"/>
              </a:rPr>
              <a:t>21HN1A0423</a:t>
            </a:r>
            <a:endParaRPr sz="1600">
              <a:latin typeface="Times New Roman"/>
              <a:cs typeface="Times New Roman"/>
            </a:endParaRPr>
          </a:p>
          <a:p>
            <a:pPr marL="71755">
              <a:lnSpc>
                <a:spcPct val="100000"/>
              </a:lnSpc>
              <a:tabLst>
                <a:tab pos="445134" algn="l"/>
              </a:tabLst>
            </a:pPr>
            <a:r>
              <a:rPr sz="1600" spc="-50" dirty="0">
                <a:latin typeface="Times New Roman"/>
                <a:cs typeface="Times New Roman"/>
              </a:rPr>
              <a:t>-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10" dirty="0">
                <a:latin typeface="Times New Roman"/>
                <a:cs typeface="Times New Roman"/>
              </a:rPr>
              <a:t>21HN1A0435</a:t>
            </a:r>
            <a:endParaRPr sz="1600">
              <a:latin typeface="Times New Roman"/>
              <a:cs typeface="Times New Roman"/>
            </a:endParaRPr>
          </a:p>
          <a:p>
            <a:pPr marL="120650">
              <a:lnSpc>
                <a:spcPct val="100000"/>
              </a:lnSpc>
              <a:tabLst>
                <a:tab pos="443865" algn="l"/>
              </a:tabLst>
            </a:pPr>
            <a:r>
              <a:rPr sz="1600" spc="-50" dirty="0">
                <a:latin typeface="Times New Roman"/>
                <a:cs typeface="Times New Roman"/>
              </a:rPr>
              <a:t>-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10" dirty="0">
                <a:latin typeface="Times New Roman"/>
                <a:cs typeface="Times New Roman"/>
              </a:rPr>
              <a:t>21HN1A0429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7927" y="351789"/>
            <a:ext cx="14160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/>
              <a:t>CONTENTS</a:t>
            </a:r>
            <a:endParaRPr sz="2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486280" y="1039564"/>
            <a:ext cx="3931920" cy="276923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58140" indent="-345440">
              <a:lnSpc>
                <a:spcPct val="100000"/>
              </a:lnSpc>
              <a:spcBef>
                <a:spcPts val="395"/>
              </a:spcBef>
              <a:buSzPct val="95000"/>
              <a:buFont typeface="Wingdings"/>
              <a:buChar char=""/>
              <a:tabLst>
                <a:tab pos="358140" algn="l"/>
              </a:tabLst>
            </a:pPr>
            <a:r>
              <a:rPr sz="2000" spc="-10" dirty="0">
                <a:latin typeface="Georgia"/>
                <a:cs typeface="Georgia"/>
              </a:rPr>
              <a:t>Abstract</a:t>
            </a:r>
            <a:endParaRPr sz="2000">
              <a:latin typeface="Georgia"/>
              <a:cs typeface="Georgia"/>
            </a:endParaRPr>
          </a:p>
          <a:p>
            <a:pPr marL="358140" indent="-345440">
              <a:lnSpc>
                <a:spcPct val="100000"/>
              </a:lnSpc>
              <a:spcBef>
                <a:spcPts val="300"/>
              </a:spcBef>
              <a:buSzPct val="95000"/>
              <a:buFont typeface="Wingdings"/>
              <a:buChar char=""/>
              <a:tabLst>
                <a:tab pos="358140" algn="l"/>
              </a:tabLst>
            </a:pPr>
            <a:r>
              <a:rPr sz="2000" spc="-10" dirty="0">
                <a:latin typeface="Georgia"/>
                <a:cs typeface="Georgia"/>
              </a:rPr>
              <a:t>Introduction</a:t>
            </a:r>
            <a:endParaRPr sz="2000">
              <a:latin typeface="Georgia"/>
              <a:cs typeface="Georgia"/>
            </a:endParaRPr>
          </a:p>
          <a:p>
            <a:pPr marL="358140" indent="-345440">
              <a:lnSpc>
                <a:spcPct val="100000"/>
              </a:lnSpc>
              <a:spcBef>
                <a:spcPts val="300"/>
              </a:spcBef>
              <a:buSzPct val="95000"/>
              <a:buFont typeface="Wingdings"/>
              <a:buChar char=""/>
              <a:tabLst>
                <a:tab pos="358140" algn="l"/>
              </a:tabLst>
            </a:pPr>
            <a:r>
              <a:rPr sz="2000" spc="-25" dirty="0">
                <a:latin typeface="Georgia"/>
                <a:cs typeface="Georgia"/>
              </a:rPr>
              <a:t>Existing</a:t>
            </a:r>
            <a:r>
              <a:rPr sz="2000" spc="-60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method</a:t>
            </a:r>
            <a:endParaRPr sz="2000">
              <a:latin typeface="Georgia"/>
              <a:cs typeface="Georgia"/>
            </a:endParaRPr>
          </a:p>
          <a:p>
            <a:pPr marL="358140" indent="-345440">
              <a:lnSpc>
                <a:spcPct val="100000"/>
              </a:lnSpc>
              <a:spcBef>
                <a:spcPts val="300"/>
              </a:spcBef>
              <a:buSzPct val="95000"/>
              <a:buFont typeface="Wingdings"/>
              <a:buChar char=""/>
              <a:tabLst>
                <a:tab pos="358140" algn="l"/>
              </a:tabLst>
            </a:pPr>
            <a:r>
              <a:rPr sz="2000" spc="-25" dirty="0">
                <a:latin typeface="Georgia"/>
                <a:cs typeface="Georgia"/>
              </a:rPr>
              <a:t>Proposed</a:t>
            </a:r>
            <a:r>
              <a:rPr sz="2000" spc="-65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method</a:t>
            </a:r>
            <a:endParaRPr sz="2000">
              <a:latin typeface="Georgia"/>
              <a:cs typeface="Georgia"/>
            </a:endParaRPr>
          </a:p>
          <a:p>
            <a:pPr marL="358140" indent="-345440">
              <a:lnSpc>
                <a:spcPct val="100000"/>
              </a:lnSpc>
              <a:spcBef>
                <a:spcPts val="300"/>
              </a:spcBef>
              <a:buSzPct val="95000"/>
              <a:buFont typeface="Wingdings"/>
              <a:buChar char=""/>
              <a:tabLst>
                <a:tab pos="358140" algn="l"/>
              </a:tabLst>
            </a:pPr>
            <a:r>
              <a:rPr sz="2000" spc="-25" dirty="0">
                <a:latin typeface="Georgia"/>
                <a:cs typeface="Georgia"/>
              </a:rPr>
              <a:t>Advantages</a:t>
            </a:r>
            <a:r>
              <a:rPr sz="2000" spc="-114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of</a:t>
            </a:r>
            <a:r>
              <a:rPr sz="2000" spc="-20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proposed</a:t>
            </a:r>
            <a:r>
              <a:rPr sz="2000" spc="-40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method</a:t>
            </a:r>
            <a:endParaRPr sz="2000">
              <a:latin typeface="Georgia"/>
              <a:cs typeface="Georgia"/>
            </a:endParaRPr>
          </a:p>
          <a:p>
            <a:pPr marL="354965" indent="-342265">
              <a:lnSpc>
                <a:spcPct val="100000"/>
              </a:lnSpc>
              <a:spcBef>
                <a:spcPts val="300"/>
              </a:spcBef>
              <a:buSzPct val="95000"/>
              <a:buFont typeface="Wingdings"/>
              <a:buChar char=""/>
              <a:tabLst>
                <a:tab pos="354965" algn="l"/>
              </a:tabLst>
            </a:pPr>
            <a:r>
              <a:rPr sz="2000" spc="-25" dirty="0">
                <a:latin typeface="Georgia"/>
                <a:cs typeface="Georgia"/>
              </a:rPr>
              <a:t>Block</a:t>
            </a:r>
            <a:r>
              <a:rPr sz="2000" spc="-95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diagram</a:t>
            </a:r>
            <a:endParaRPr sz="2000">
              <a:latin typeface="Georgia"/>
              <a:cs typeface="Georgia"/>
            </a:endParaRPr>
          </a:p>
          <a:p>
            <a:pPr marL="358140" indent="-345440">
              <a:lnSpc>
                <a:spcPct val="100000"/>
              </a:lnSpc>
              <a:spcBef>
                <a:spcPts val="300"/>
              </a:spcBef>
              <a:buSzPct val="95000"/>
              <a:buFont typeface="Wingdings"/>
              <a:buChar char=""/>
              <a:tabLst>
                <a:tab pos="358140" algn="l"/>
              </a:tabLst>
            </a:pPr>
            <a:r>
              <a:rPr sz="2000" spc="-10" dirty="0">
                <a:latin typeface="Georgia"/>
                <a:cs typeface="Georgia"/>
              </a:rPr>
              <a:t>Hardware</a:t>
            </a:r>
            <a:endParaRPr sz="2000">
              <a:latin typeface="Georgia"/>
              <a:cs typeface="Georgia"/>
            </a:endParaRPr>
          </a:p>
          <a:p>
            <a:pPr marL="354965" indent="-342265">
              <a:lnSpc>
                <a:spcPct val="100000"/>
              </a:lnSpc>
              <a:spcBef>
                <a:spcPts val="305"/>
              </a:spcBef>
              <a:buSzPct val="95000"/>
              <a:buFont typeface="Wingdings"/>
              <a:buChar char=""/>
              <a:tabLst>
                <a:tab pos="354965" algn="l"/>
              </a:tabLst>
            </a:pPr>
            <a:r>
              <a:rPr sz="2000" spc="-25" dirty="0">
                <a:latin typeface="Georgia"/>
                <a:cs typeface="Georgia"/>
              </a:rPr>
              <a:t>Circuit</a:t>
            </a:r>
            <a:r>
              <a:rPr sz="2000" spc="-75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diagram</a:t>
            </a:r>
            <a:endParaRPr sz="20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98167" y="599059"/>
            <a:ext cx="17462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ABSTRACT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486271" y="1413763"/>
            <a:ext cx="2312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29895" algn="l"/>
              </a:tabLst>
            </a:pPr>
            <a:r>
              <a:rPr sz="2000" spc="-25" dirty="0">
                <a:latin typeface="Times New Roman"/>
                <a:cs typeface="Times New Roman"/>
              </a:rPr>
              <a:t>an</a:t>
            </a:r>
            <a:r>
              <a:rPr sz="2000" dirty="0">
                <a:latin typeface="Times New Roman"/>
                <a:cs typeface="Times New Roman"/>
              </a:rPr>
              <a:t>	unmanned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vehicle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98167" y="1264767"/>
            <a:ext cx="4736465" cy="9347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4005" marR="5080" indent="-281940">
              <a:lnSpc>
                <a:spcPct val="149100"/>
              </a:lnSpc>
              <a:spcBef>
                <a:spcPts val="95"/>
              </a:spcBef>
              <a:buClr>
                <a:srgbClr val="924304"/>
              </a:buClr>
              <a:buSzPct val="77500"/>
              <a:buFont typeface="Segoe UI Symbol"/>
              <a:buChar char="⚫"/>
              <a:tabLst>
                <a:tab pos="294005" algn="l"/>
                <a:tab pos="868680" algn="l"/>
                <a:tab pos="1424940" algn="l"/>
                <a:tab pos="1813560" algn="l"/>
                <a:tab pos="2357755" algn="l"/>
                <a:tab pos="3240405" algn="l"/>
                <a:tab pos="3586479" algn="l"/>
                <a:tab pos="3961129" algn="l"/>
              </a:tabLst>
            </a:pPr>
            <a:r>
              <a:rPr sz="2000" spc="-2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aim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of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this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project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is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prepare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detect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land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mines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IoT.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98167" y="2248255"/>
            <a:ext cx="7283450" cy="1926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4005" marR="5080" indent="-281940">
              <a:lnSpc>
                <a:spcPct val="150000"/>
              </a:lnSpc>
              <a:spcBef>
                <a:spcPts val="100"/>
              </a:spcBef>
              <a:buClr>
                <a:srgbClr val="924304"/>
              </a:buClr>
              <a:buSzPct val="77500"/>
              <a:buFont typeface="Segoe UI Symbol"/>
              <a:buChar char="⚫"/>
              <a:tabLst>
                <a:tab pos="294005" algn="l"/>
                <a:tab pos="489712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monitoring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was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able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detect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position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robot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smart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camera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implanted</a:t>
            </a:r>
            <a:r>
              <a:rPr sz="2000" dirty="0">
                <a:latin typeface="Times New Roman"/>
                <a:cs typeface="Times New Roman"/>
              </a:rPr>
              <a:t>	in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robot.</a:t>
            </a:r>
            <a:endParaRPr sz="2000">
              <a:latin typeface="Times New Roman"/>
              <a:cs typeface="Times New Roman"/>
            </a:endParaRPr>
          </a:p>
          <a:p>
            <a:pPr marL="294005" marR="20320" indent="-281940">
              <a:lnSpc>
                <a:spcPct val="149000"/>
              </a:lnSpc>
              <a:spcBef>
                <a:spcPts val="615"/>
              </a:spcBef>
              <a:buClr>
                <a:srgbClr val="924304"/>
              </a:buClr>
              <a:buSzPct val="77500"/>
              <a:buFont typeface="Segoe UI Symbol"/>
              <a:buChar char="⚫"/>
              <a:tabLst>
                <a:tab pos="294005" algn="l"/>
                <a:tab pos="826135" algn="l"/>
                <a:tab pos="1805939" algn="l"/>
                <a:tab pos="2504440" algn="l"/>
                <a:tab pos="3456940" algn="l"/>
                <a:tab pos="3944620" algn="l"/>
                <a:tab pos="4321175" algn="l"/>
                <a:tab pos="5426075" algn="l"/>
                <a:tab pos="5816600" algn="l"/>
                <a:tab pos="6493510" algn="l"/>
              </a:tabLst>
            </a:pPr>
            <a:r>
              <a:rPr sz="2000" spc="-2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detected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metal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location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can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be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identified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by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using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latitude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longitude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GPS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coordinates.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8199" y="599059"/>
            <a:ext cx="2446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39164" y="1240663"/>
            <a:ext cx="8002905" cy="3582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8605" marR="825500" indent="-256540">
              <a:lnSpc>
                <a:spcPct val="100000"/>
              </a:lnSpc>
              <a:spcBef>
                <a:spcPts val="105"/>
              </a:spcBef>
              <a:buClr>
                <a:srgbClr val="C32C2C"/>
              </a:buClr>
              <a:buFont typeface="Wingdings"/>
              <a:buChar char=""/>
              <a:tabLst>
                <a:tab pos="268605" algn="l"/>
              </a:tabLst>
            </a:pPr>
            <a:r>
              <a:rPr sz="2000" spc="-10" dirty="0">
                <a:latin typeface="Times New Roman"/>
                <a:cs typeface="Times New Roman"/>
              </a:rPr>
              <a:t>Robotics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been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staple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advanced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manufacturing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over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half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a </a:t>
            </a:r>
            <a:r>
              <a:rPr sz="2000" spc="-10" dirty="0">
                <a:latin typeface="Times New Roman"/>
                <a:cs typeface="Times New Roman"/>
              </a:rPr>
              <a:t>century.</a:t>
            </a:r>
            <a:endParaRPr sz="2000">
              <a:latin typeface="Times New Roman"/>
              <a:cs typeface="Times New Roman"/>
            </a:endParaRPr>
          </a:p>
          <a:p>
            <a:pPr marL="269875" indent="-257175">
              <a:lnSpc>
                <a:spcPct val="100000"/>
              </a:lnSpc>
              <a:spcBef>
                <a:spcPts val="1065"/>
              </a:spcBef>
              <a:buClr>
                <a:srgbClr val="C32C2C"/>
              </a:buClr>
              <a:buFont typeface="Wingdings"/>
              <a:buChar char=""/>
              <a:tabLst>
                <a:tab pos="269875" algn="l"/>
                <a:tab pos="7093584" algn="l"/>
              </a:tabLst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remote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controlled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surveillance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robot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defined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robot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remotely</a:t>
            </a:r>
            <a:endParaRPr sz="2000">
              <a:latin typeface="Times New Roman"/>
              <a:cs typeface="Times New Roman"/>
            </a:endParaRPr>
          </a:p>
          <a:p>
            <a:pPr marL="269875" algn="just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Times New Roman"/>
                <a:cs typeface="Times New Roman"/>
              </a:rPr>
              <a:t>controlled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capture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images/video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1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specific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purposes.</a:t>
            </a:r>
            <a:endParaRPr sz="2000">
              <a:latin typeface="Times New Roman"/>
              <a:cs typeface="Times New Roman"/>
            </a:endParaRPr>
          </a:p>
          <a:p>
            <a:pPr marL="269875" marR="8890" indent="-257810" algn="just">
              <a:lnSpc>
                <a:spcPct val="150100"/>
              </a:lnSpc>
              <a:spcBef>
                <a:spcPts val="300"/>
              </a:spcBef>
              <a:buClr>
                <a:srgbClr val="C32C2C"/>
              </a:buClr>
              <a:buFont typeface="Wingdings"/>
              <a:buChar char=""/>
              <a:tabLst>
                <a:tab pos="26987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04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Times New Roman"/>
                <a:cs typeface="Times New Roman"/>
              </a:rPr>
              <a:t>main</a:t>
            </a:r>
            <a:r>
              <a:rPr sz="2000" spc="210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Times New Roman"/>
                <a:cs typeface="Times New Roman"/>
              </a:rPr>
              <a:t>aim</a:t>
            </a:r>
            <a:r>
              <a:rPr sz="2000" spc="204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04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210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Times New Roman"/>
                <a:cs typeface="Times New Roman"/>
              </a:rPr>
              <a:t>project</a:t>
            </a:r>
            <a:r>
              <a:rPr sz="2000" spc="200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04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10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Times New Roman"/>
                <a:cs typeface="Times New Roman"/>
              </a:rPr>
              <a:t>implement</a:t>
            </a:r>
            <a:r>
              <a:rPr sz="2000" spc="204" dirty="0">
                <a:latin typeface="Times New Roman"/>
                <a:cs typeface="Times New Roman"/>
              </a:rPr>
              <a:t>  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04" dirty="0">
                <a:latin typeface="Times New Roman"/>
                <a:cs typeface="Times New Roman"/>
              </a:rPr>
              <a:t>   </a:t>
            </a:r>
            <a:r>
              <a:rPr sz="2000" spc="-10" dirty="0">
                <a:latin typeface="Times New Roman"/>
                <a:cs typeface="Times New Roman"/>
              </a:rPr>
              <a:t>Wireless </a:t>
            </a:r>
            <a:r>
              <a:rPr sz="2000" dirty="0">
                <a:latin typeface="Times New Roman"/>
                <a:cs typeface="Times New Roman"/>
              </a:rPr>
              <a:t>Multifunctional</a:t>
            </a:r>
            <a:r>
              <a:rPr sz="2000" spc="48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Defense</a:t>
            </a:r>
            <a:r>
              <a:rPr sz="2000" spc="47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Robot</a:t>
            </a:r>
            <a:r>
              <a:rPr sz="2000" spc="48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46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48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48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controlled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through </a:t>
            </a:r>
            <a:r>
              <a:rPr sz="2000" dirty="0">
                <a:latin typeface="Times New Roman"/>
                <a:cs typeface="Times New Roman"/>
              </a:rPr>
              <a:t>computer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laptop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WIFI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Module.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5"/>
              </a:spcBef>
              <a:buClr>
                <a:srgbClr val="C32C2C"/>
              </a:buClr>
              <a:buFont typeface="Wingdings"/>
              <a:buChar char=""/>
            </a:pPr>
            <a:endParaRPr sz="2000">
              <a:latin typeface="Times New Roman"/>
              <a:cs typeface="Times New Roman"/>
            </a:endParaRPr>
          </a:p>
          <a:p>
            <a:pPr marL="268605" indent="-255904">
              <a:lnSpc>
                <a:spcPct val="100000"/>
              </a:lnSpc>
              <a:spcBef>
                <a:spcPts val="5"/>
              </a:spcBef>
              <a:buClr>
                <a:srgbClr val="C32C2C"/>
              </a:buClr>
              <a:buFont typeface="Wingdings"/>
              <a:buChar char=""/>
              <a:tabLst>
                <a:tab pos="268605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built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Proximity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metal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sensor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detecting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metal.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6571" y="751154"/>
            <a:ext cx="29603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EXISTING</a:t>
            </a:r>
            <a:r>
              <a:rPr spc="-120" dirty="0"/>
              <a:t> </a:t>
            </a:r>
            <a:r>
              <a:rPr spc="-10" dirty="0"/>
              <a:t>METHOD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66596" y="1283588"/>
            <a:ext cx="4489450" cy="2637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7335" marR="773430" indent="-255270">
              <a:lnSpc>
                <a:spcPct val="100000"/>
              </a:lnSpc>
              <a:spcBef>
                <a:spcPts val="95"/>
              </a:spcBef>
              <a:buClr>
                <a:srgbClr val="C32C2C"/>
              </a:buClr>
              <a:buFont typeface="Wingdings"/>
              <a:buChar char=""/>
              <a:tabLst>
                <a:tab pos="268605" algn="l"/>
              </a:tabLst>
            </a:pPr>
            <a:r>
              <a:rPr sz="2800" dirty="0">
                <a:latin typeface="Times New Roman"/>
                <a:cs typeface="Times New Roman"/>
              </a:rPr>
              <a:t>Robot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Controlling</a:t>
            </a:r>
            <a:r>
              <a:rPr sz="2800" spc="-1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using 	Bluetooth.</a:t>
            </a:r>
            <a:endParaRPr sz="2800">
              <a:latin typeface="Times New Roman"/>
              <a:cs typeface="Times New Roman"/>
            </a:endParaRPr>
          </a:p>
          <a:p>
            <a:pPr marL="268605" indent="-255904">
              <a:lnSpc>
                <a:spcPct val="100000"/>
              </a:lnSpc>
              <a:spcBef>
                <a:spcPts val="105"/>
              </a:spcBef>
              <a:buClr>
                <a:srgbClr val="C32C2C"/>
              </a:buClr>
              <a:buFont typeface="Wingdings"/>
              <a:buChar char=""/>
              <a:tabLst>
                <a:tab pos="268605" algn="l"/>
              </a:tabLst>
            </a:pPr>
            <a:r>
              <a:rPr sz="2800" dirty="0">
                <a:latin typeface="Times New Roman"/>
                <a:cs typeface="Times New Roman"/>
              </a:rPr>
              <a:t>Camera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radio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frequency.</a:t>
            </a:r>
            <a:endParaRPr sz="2800">
              <a:latin typeface="Times New Roman"/>
              <a:cs typeface="Times New Roman"/>
            </a:endParaRPr>
          </a:p>
          <a:p>
            <a:pPr marL="267970" indent="-255270">
              <a:lnSpc>
                <a:spcPct val="100000"/>
              </a:lnSpc>
              <a:spcBef>
                <a:spcPts val="100"/>
              </a:spcBef>
              <a:buClr>
                <a:srgbClr val="C32C2C"/>
              </a:buClr>
              <a:buFont typeface="Wingdings"/>
              <a:buChar char=""/>
              <a:tabLst>
                <a:tab pos="267970" algn="l"/>
              </a:tabLst>
            </a:pPr>
            <a:r>
              <a:rPr sz="2800" dirty="0">
                <a:latin typeface="Times New Roman"/>
                <a:cs typeface="Times New Roman"/>
              </a:rPr>
              <a:t>No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night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vision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camera.</a:t>
            </a:r>
            <a:endParaRPr sz="2800">
              <a:latin typeface="Times New Roman"/>
              <a:cs typeface="Times New Roman"/>
            </a:endParaRPr>
          </a:p>
          <a:p>
            <a:pPr marL="267970" indent="-255270">
              <a:lnSpc>
                <a:spcPct val="100000"/>
              </a:lnSpc>
              <a:spcBef>
                <a:spcPts val="95"/>
              </a:spcBef>
              <a:buClr>
                <a:srgbClr val="C32C2C"/>
              </a:buClr>
              <a:buFont typeface="Wingdings"/>
              <a:buChar char=""/>
              <a:tabLst>
                <a:tab pos="267970" algn="l"/>
              </a:tabLst>
            </a:pPr>
            <a:r>
              <a:rPr sz="2800" dirty="0">
                <a:latin typeface="Times New Roman"/>
                <a:cs typeface="Times New Roman"/>
              </a:rPr>
              <a:t>No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voice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transmission.</a:t>
            </a:r>
            <a:endParaRPr sz="2800">
              <a:latin typeface="Times New Roman"/>
              <a:cs typeface="Times New Roman"/>
            </a:endParaRPr>
          </a:p>
          <a:p>
            <a:pPr marL="267970" indent="-255270">
              <a:lnSpc>
                <a:spcPct val="100000"/>
              </a:lnSpc>
              <a:spcBef>
                <a:spcPts val="110"/>
              </a:spcBef>
              <a:buClr>
                <a:srgbClr val="C32C2C"/>
              </a:buClr>
              <a:buFont typeface="Wingdings"/>
              <a:buChar char=""/>
              <a:tabLst>
                <a:tab pos="267970" algn="l"/>
              </a:tabLst>
            </a:pPr>
            <a:r>
              <a:rPr sz="2800" dirty="0">
                <a:latin typeface="Times New Roman"/>
                <a:cs typeface="Times New Roman"/>
              </a:rPr>
              <a:t>No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data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storage.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6616" y="599059"/>
            <a:ext cx="31280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PROPOSED</a:t>
            </a:r>
            <a:r>
              <a:rPr spc="-130" dirty="0"/>
              <a:t> </a:t>
            </a:r>
            <a:r>
              <a:rPr spc="-10" dirty="0"/>
              <a:t>METHOD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174800" y="1308353"/>
            <a:ext cx="6579234" cy="3658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7495" indent="-255904">
              <a:lnSpc>
                <a:spcPct val="100000"/>
              </a:lnSpc>
              <a:spcBef>
                <a:spcPts val="105"/>
              </a:spcBef>
              <a:buClr>
                <a:srgbClr val="C32C2C"/>
              </a:buClr>
              <a:buSzPct val="97500"/>
              <a:buFont typeface="Wingdings"/>
              <a:buChar char=""/>
              <a:tabLst>
                <a:tab pos="277495" algn="l"/>
              </a:tabLst>
            </a:pP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robot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controlled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through</a:t>
            </a:r>
            <a:r>
              <a:rPr sz="2000" spc="-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WIFI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module.</a:t>
            </a:r>
            <a:endParaRPr sz="2000">
              <a:latin typeface="Times New Roman"/>
              <a:cs typeface="Times New Roman"/>
            </a:endParaRPr>
          </a:p>
          <a:p>
            <a:pPr marL="277495" indent="-255904">
              <a:lnSpc>
                <a:spcPct val="100000"/>
              </a:lnSpc>
              <a:spcBef>
                <a:spcPts val="1800"/>
              </a:spcBef>
              <a:buClr>
                <a:srgbClr val="C32C2C"/>
              </a:buClr>
              <a:buSzPct val="97500"/>
              <a:buFont typeface="Wingdings"/>
              <a:buChar char=""/>
              <a:tabLst>
                <a:tab pos="277495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shares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location.</a:t>
            </a:r>
            <a:endParaRPr sz="2000">
              <a:latin typeface="Times New Roman"/>
              <a:cs typeface="Times New Roman"/>
            </a:endParaRPr>
          </a:p>
          <a:p>
            <a:pPr marL="161290" indent="-148590">
              <a:lnSpc>
                <a:spcPct val="100000"/>
              </a:lnSpc>
              <a:spcBef>
                <a:spcPts val="1820"/>
              </a:spcBef>
              <a:buClr>
                <a:srgbClr val="C32C2C"/>
              </a:buClr>
              <a:buSzPct val="97500"/>
              <a:buFont typeface="Wingdings"/>
              <a:buChar char=""/>
              <a:tabLst>
                <a:tab pos="161290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ultrasonic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sensor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calculates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distance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target.</a:t>
            </a:r>
            <a:endParaRPr sz="2000">
              <a:latin typeface="Times New Roman"/>
              <a:cs typeface="Times New Roman"/>
            </a:endParaRPr>
          </a:p>
          <a:p>
            <a:pPr marL="277495" indent="-255904">
              <a:lnSpc>
                <a:spcPct val="100000"/>
              </a:lnSpc>
              <a:spcBef>
                <a:spcPts val="2080"/>
              </a:spcBef>
              <a:buClr>
                <a:srgbClr val="C32C2C"/>
              </a:buClr>
              <a:buSzPct val="97500"/>
              <a:buFont typeface="Wingdings"/>
              <a:buChar char=""/>
              <a:tabLst>
                <a:tab pos="277495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camera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monitor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area.</a:t>
            </a:r>
            <a:endParaRPr sz="2000">
              <a:latin typeface="Times New Roman"/>
              <a:cs typeface="Times New Roman"/>
            </a:endParaRPr>
          </a:p>
          <a:p>
            <a:pPr marL="161290" indent="-148590">
              <a:lnSpc>
                <a:spcPct val="100000"/>
              </a:lnSpc>
              <a:spcBef>
                <a:spcPts val="1825"/>
              </a:spcBef>
              <a:buClr>
                <a:srgbClr val="C32C2C"/>
              </a:buClr>
              <a:buSzPct val="97500"/>
              <a:buFont typeface="Wingdings"/>
              <a:buChar char=""/>
              <a:tabLst>
                <a:tab pos="161290" algn="l"/>
              </a:tabLst>
            </a:pP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was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microphone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speaker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we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use</a:t>
            </a:r>
            <a:endParaRPr sz="2000">
              <a:latin typeface="Times New Roman"/>
              <a:cs typeface="Times New Roman"/>
            </a:endParaRPr>
          </a:p>
          <a:p>
            <a:pPr marL="21590">
              <a:lnSpc>
                <a:spcPct val="100000"/>
              </a:lnSpc>
              <a:spcBef>
                <a:spcPts val="2195"/>
              </a:spcBef>
            </a:pPr>
            <a:r>
              <a:rPr sz="2000" spc="-40" dirty="0">
                <a:latin typeface="Times New Roman"/>
                <a:cs typeface="Times New Roman"/>
              </a:rPr>
              <a:t>to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spc="-70" dirty="0">
                <a:latin typeface="Times New Roman"/>
                <a:cs typeface="Times New Roman"/>
              </a:rPr>
              <a:t>communicate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277495" indent="-255904">
              <a:lnSpc>
                <a:spcPct val="100000"/>
              </a:lnSpc>
              <a:spcBef>
                <a:spcPts val="2080"/>
              </a:spcBef>
              <a:buClr>
                <a:srgbClr val="C32C2C"/>
              </a:buClr>
              <a:buSzPct val="97500"/>
              <a:buFont typeface="Wingdings"/>
              <a:buChar char=""/>
              <a:tabLst>
                <a:tab pos="277495" algn="l"/>
              </a:tabLst>
            </a:pP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BLYNKAPP</a:t>
            </a:r>
            <a:r>
              <a:rPr sz="2000" b="1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control.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85745" y="4785995"/>
            <a:ext cx="1828800" cy="320675"/>
          </a:xfrm>
          <a:custGeom>
            <a:avLst/>
            <a:gdLst/>
            <a:ahLst/>
            <a:cxnLst/>
            <a:rect l="l" t="t" r="r" b="b"/>
            <a:pathLst>
              <a:path w="1828800" h="320675">
                <a:moveTo>
                  <a:pt x="0" y="320674"/>
                </a:moveTo>
                <a:lnTo>
                  <a:pt x="1828800" y="320674"/>
                </a:lnTo>
                <a:lnTo>
                  <a:pt x="1828800" y="0"/>
                </a:lnTo>
                <a:lnTo>
                  <a:pt x="0" y="0"/>
                </a:lnTo>
                <a:lnTo>
                  <a:pt x="0" y="320674"/>
                </a:lnTo>
                <a:close/>
              </a:path>
            </a:pathLst>
          </a:custGeom>
          <a:ln w="19080">
            <a:solidFill>
              <a:srgbClr val="206979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2057400" y="2964814"/>
            <a:ext cx="944244" cy="664210"/>
          </a:xfrm>
          <a:custGeom>
            <a:avLst/>
            <a:gdLst/>
            <a:ahLst/>
            <a:cxnLst/>
            <a:rect l="l" t="t" r="r" b="b"/>
            <a:pathLst>
              <a:path w="944244" h="664210">
                <a:moveTo>
                  <a:pt x="476885" y="0"/>
                </a:moveTo>
                <a:lnTo>
                  <a:pt x="0" y="0"/>
                </a:lnTo>
                <a:lnTo>
                  <a:pt x="0" y="12700"/>
                </a:lnTo>
                <a:lnTo>
                  <a:pt x="465455" y="12700"/>
                </a:lnTo>
                <a:lnTo>
                  <a:pt x="465455" y="629285"/>
                </a:lnTo>
                <a:lnTo>
                  <a:pt x="468630" y="632460"/>
                </a:lnTo>
                <a:lnTo>
                  <a:pt x="868044" y="632460"/>
                </a:lnTo>
                <a:lnTo>
                  <a:pt x="868044" y="664210"/>
                </a:lnTo>
                <a:lnTo>
                  <a:pt x="944244" y="626110"/>
                </a:lnTo>
                <a:lnTo>
                  <a:pt x="868044" y="588010"/>
                </a:lnTo>
                <a:lnTo>
                  <a:pt x="868044" y="619760"/>
                </a:lnTo>
                <a:lnTo>
                  <a:pt x="478155" y="619760"/>
                </a:lnTo>
                <a:lnTo>
                  <a:pt x="478155" y="2539"/>
                </a:lnTo>
                <a:lnTo>
                  <a:pt x="476885" y="2539"/>
                </a:lnTo>
                <a:lnTo>
                  <a:pt x="476885" y="0"/>
                </a:lnTo>
                <a:close/>
              </a:path>
            </a:pathLst>
          </a:custGeom>
          <a:solidFill>
            <a:srgbClr val="3891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95700" y="2221864"/>
            <a:ext cx="76200" cy="588645"/>
          </a:xfrm>
          <a:custGeom>
            <a:avLst/>
            <a:gdLst/>
            <a:ahLst/>
            <a:cxnLst/>
            <a:rect l="l" t="t" r="r" b="b"/>
            <a:pathLst>
              <a:path w="76200" h="588644">
                <a:moveTo>
                  <a:pt x="37464" y="0"/>
                </a:moveTo>
                <a:lnTo>
                  <a:pt x="0" y="76835"/>
                </a:lnTo>
                <a:lnTo>
                  <a:pt x="31750" y="76200"/>
                </a:lnTo>
                <a:lnTo>
                  <a:pt x="31750" y="63500"/>
                </a:lnTo>
                <a:lnTo>
                  <a:pt x="34289" y="588645"/>
                </a:lnTo>
                <a:lnTo>
                  <a:pt x="46989" y="588645"/>
                </a:lnTo>
                <a:lnTo>
                  <a:pt x="44450" y="76200"/>
                </a:lnTo>
                <a:lnTo>
                  <a:pt x="76200" y="76200"/>
                </a:lnTo>
                <a:lnTo>
                  <a:pt x="37464" y="0"/>
                </a:lnTo>
                <a:close/>
              </a:path>
            </a:pathLst>
          </a:custGeom>
          <a:solidFill>
            <a:srgbClr val="3891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95800" y="4152265"/>
            <a:ext cx="381000" cy="76200"/>
          </a:xfrm>
          <a:custGeom>
            <a:avLst/>
            <a:gdLst/>
            <a:ahLst/>
            <a:cxnLst/>
            <a:rect l="l" t="t" r="r" b="b"/>
            <a:pathLst>
              <a:path w="381000" h="76200">
                <a:moveTo>
                  <a:pt x="304800" y="0"/>
                </a:moveTo>
                <a:lnTo>
                  <a:pt x="304800" y="31750"/>
                </a:lnTo>
                <a:lnTo>
                  <a:pt x="0" y="31750"/>
                </a:lnTo>
                <a:lnTo>
                  <a:pt x="0" y="44450"/>
                </a:lnTo>
                <a:lnTo>
                  <a:pt x="304800" y="44450"/>
                </a:lnTo>
                <a:lnTo>
                  <a:pt x="304800" y="76200"/>
                </a:lnTo>
                <a:lnTo>
                  <a:pt x="381000" y="38100"/>
                </a:lnTo>
                <a:lnTo>
                  <a:pt x="304800" y="0"/>
                </a:lnTo>
                <a:close/>
              </a:path>
            </a:pathLst>
          </a:custGeom>
          <a:solidFill>
            <a:srgbClr val="3891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75479" y="2096770"/>
            <a:ext cx="887094" cy="788035"/>
          </a:xfrm>
          <a:custGeom>
            <a:avLst/>
            <a:gdLst/>
            <a:ahLst/>
            <a:cxnLst/>
            <a:rect l="l" t="t" r="r" b="b"/>
            <a:pathLst>
              <a:path w="887095" h="788035">
                <a:moveTo>
                  <a:pt x="810895" y="0"/>
                </a:moveTo>
                <a:lnTo>
                  <a:pt x="810895" y="31750"/>
                </a:lnTo>
                <a:lnTo>
                  <a:pt x="440055" y="31750"/>
                </a:lnTo>
                <a:lnTo>
                  <a:pt x="436880" y="34925"/>
                </a:lnTo>
                <a:lnTo>
                  <a:pt x="436880" y="775334"/>
                </a:lnTo>
                <a:lnTo>
                  <a:pt x="0" y="775334"/>
                </a:lnTo>
                <a:lnTo>
                  <a:pt x="0" y="788034"/>
                </a:lnTo>
                <a:lnTo>
                  <a:pt x="447040" y="788034"/>
                </a:lnTo>
                <a:lnTo>
                  <a:pt x="449580" y="784859"/>
                </a:lnTo>
                <a:lnTo>
                  <a:pt x="449580" y="44450"/>
                </a:lnTo>
                <a:lnTo>
                  <a:pt x="810895" y="44450"/>
                </a:lnTo>
                <a:lnTo>
                  <a:pt x="810895" y="76200"/>
                </a:lnTo>
                <a:lnTo>
                  <a:pt x="887095" y="38100"/>
                </a:lnTo>
                <a:lnTo>
                  <a:pt x="810895" y="0"/>
                </a:lnTo>
                <a:close/>
              </a:path>
            </a:pathLst>
          </a:custGeom>
          <a:solidFill>
            <a:srgbClr val="3891A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7487919" y="3844925"/>
            <a:ext cx="1239520" cy="811530"/>
            <a:chOff x="7487919" y="3844925"/>
            <a:chExt cx="1239520" cy="811530"/>
          </a:xfrm>
        </p:grpSpPr>
        <p:sp>
          <p:nvSpPr>
            <p:cNvPr id="10" name="object 10"/>
            <p:cNvSpPr/>
            <p:nvPr/>
          </p:nvSpPr>
          <p:spPr>
            <a:xfrm>
              <a:off x="7500619" y="3857625"/>
              <a:ext cx="1214120" cy="786130"/>
            </a:xfrm>
            <a:custGeom>
              <a:avLst/>
              <a:gdLst/>
              <a:ahLst/>
              <a:cxnLst/>
              <a:rect l="l" t="t" r="r" b="b"/>
              <a:pathLst>
                <a:path w="1214120" h="786129">
                  <a:moveTo>
                    <a:pt x="607059" y="0"/>
                  </a:moveTo>
                  <a:lnTo>
                    <a:pt x="548639" y="1905"/>
                  </a:lnTo>
                  <a:lnTo>
                    <a:pt x="491489" y="6985"/>
                  </a:lnTo>
                  <a:lnTo>
                    <a:pt x="436245" y="15875"/>
                  </a:lnTo>
                  <a:lnTo>
                    <a:pt x="383539" y="27305"/>
                  </a:lnTo>
                  <a:lnTo>
                    <a:pt x="332739" y="41910"/>
                  </a:lnTo>
                  <a:lnTo>
                    <a:pt x="284479" y="59689"/>
                  </a:lnTo>
                  <a:lnTo>
                    <a:pt x="239395" y="80010"/>
                  </a:lnTo>
                  <a:lnTo>
                    <a:pt x="197484" y="102869"/>
                  </a:lnTo>
                  <a:lnTo>
                    <a:pt x="158750" y="127635"/>
                  </a:lnTo>
                  <a:lnTo>
                    <a:pt x="123189" y="154939"/>
                  </a:lnTo>
                  <a:lnTo>
                    <a:pt x="92075" y="184150"/>
                  </a:lnTo>
                  <a:lnTo>
                    <a:pt x="64770" y="215264"/>
                  </a:lnTo>
                  <a:lnTo>
                    <a:pt x="41909" y="248285"/>
                  </a:lnTo>
                  <a:lnTo>
                    <a:pt x="24129" y="282575"/>
                  </a:lnTo>
                  <a:lnTo>
                    <a:pt x="2539" y="354964"/>
                  </a:lnTo>
                  <a:lnTo>
                    <a:pt x="0" y="393064"/>
                  </a:lnTo>
                  <a:lnTo>
                    <a:pt x="2539" y="430530"/>
                  </a:lnTo>
                  <a:lnTo>
                    <a:pt x="24129" y="502919"/>
                  </a:lnTo>
                  <a:lnTo>
                    <a:pt x="41909" y="537210"/>
                  </a:lnTo>
                  <a:lnTo>
                    <a:pt x="64770" y="570230"/>
                  </a:lnTo>
                  <a:lnTo>
                    <a:pt x="92075" y="601344"/>
                  </a:lnTo>
                  <a:lnTo>
                    <a:pt x="123189" y="630555"/>
                  </a:lnTo>
                  <a:lnTo>
                    <a:pt x="158750" y="657860"/>
                  </a:lnTo>
                  <a:lnTo>
                    <a:pt x="197484" y="683260"/>
                  </a:lnTo>
                  <a:lnTo>
                    <a:pt x="239395" y="705485"/>
                  </a:lnTo>
                  <a:lnTo>
                    <a:pt x="284479" y="725805"/>
                  </a:lnTo>
                  <a:lnTo>
                    <a:pt x="332739" y="743585"/>
                  </a:lnTo>
                  <a:lnTo>
                    <a:pt x="383539" y="758189"/>
                  </a:lnTo>
                  <a:lnTo>
                    <a:pt x="436245" y="770255"/>
                  </a:lnTo>
                  <a:lnTo>
                    <a:pt x="491489" y="778510"/>
                  </a:lnTo>
                  <a:lnTo>
                    <a:pt x="548639" y="784225"/>
                  </a:lnTo>
                  <a:lnTo>
                    <a:pt x="607059" y="786130"/>
                  </a:lnTo>
                  <a:lnTo>
                    <a:pt x="665479" y="784225"/>
                  </a:lnTo>
                  <a:lnTo>
                    <a:pt x="721995" y="778510"/>
                  </a:lnTo>
                  <a:lnTo>
                    <a:pt x="777239" y="770255"/>
                  </a:lnTo>
                  <a:lnTo>
                    <a:pt x="830579" y="758189"/>
                  </a:lnTo>
                  <a:lnTo>
                    <a:pt x="880745" y="743585"/>
                  </a:lnTo>
                  <a:lnTo>
                    <a:pt x="929004" y="725805"/>
                  </a:lnTo>
                  <a:lnTo>
                    <a:pt x="974089" y="705485"/>
                  </a:lnTo>
                  <a:lnTo>
                    <a:pt x="1016634" y="683260"/>
                  </a:lnTo>
                  <a:lnTo>
                    <a:pt x="1055370" y="657860"/>
                  </a:lnTo>
                  <a:lnTo>
                    <a:pt x="1090295" y="630555"/>
                  </a:lnTo>
                  <a:lnTo>
                    <a:pt x="1121409" y="601344"/>
                  </a:lnTo>
                  <a:lnTo>
                    <a:pt x="1148714" y="570230"/>
                  </a:lnTo>
                  <a:lnTo>
                    <a:pt x="1171575" y="537210"/>
                  </a:lnTo>
                  <a:lnTo>
                    <a:pt x="1189989" y="502919"/>
                  </a:lnTo>
                  <a:lnTo>
                    <a:pt x="1211579" y="430530"/>
                  </a:lnTo>
                  <a:lnTo>
                    <a:pt x="1214120" y="393064"/>
                  </a:lnTo>
                  <a:lnTo>
                    <a:pt x="1211579" y="354964"/>
                  </a:lnTo>
                  <a:lnTo>
                    <a:pt x="1189989" y="282575"/>
                  </a:lnTo>
                  <a:lnTo>
                    <a:pt x="1171575" y="248285"/>
                  </a:lnTo>
                  <a:lnTo>
                    <a:pt x="1148714" y="215264"/>
                  </a:lnTo>
                  <a:lnTo>
                    <a:pt x="1121409" y="184150"/>
                  </a:lnTo>
                  <a:lnTo>
                    <a:pt x="1090295" y="154939"/>
                  </a:lnTo>
                  <a:lnTo>
                    <a:pt x="1055370" y="127635"/>
                  </a:lnTo>
                  <a:lnTo>
                    <a:pt x="1016634" y="102869"/>
                  </a:lnTo>
                  <a:lnTo>
                    <a:pt x="974089" y="80010"/>
                  </a:lnTo>
                  <a:lnTo>
                    <a:pt x="929004" y="59689"/>
                  </a:lnTo>
                  <a:lnTo>
                    <a:pt x="880745" y="41910"/>
                  </a:lnTo>
                  <a:lnTo>
                    <a:pt x="830579" y="27305"/>
                  </a:lnTo>
                  <a:lnTo>
                    <a:pt x="777239" y="15875"/>
                  </a:lnTo>
                  <a:lnTo>
                    <a:pt x="721995" y="6985"/>
                  </a:lnTo>
                  <a:lnTo>
                    <a:pt x="665479" y="1905"/>
                  </a:lnTo>
                  <a:lnTo>
                    <a:pt x="6070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500619" y="3857625"/>
              <a:ext cx="1214120" cy="786130"/>
            </a:xfrm>
            <a:custGeom>
              <a:avLst/>
              <a:gdLst/>
              <a:ahLst/>
              <a:cxnLst/>
              <a:rect l="l" t="t" r="r" b="b"/>
              <a:pathLst>
                <a:path w="1214120" h="786129">
                  <a:moveTo>
                    <a:pt x="0" y="393064"/>
                  </a:moveTo>
                  <a:lnTo>
                    <a:pt x="10795" y="318135"/>
                  </a:lnTo>
                  <a:lnTo>
                    <a:pt x="41909" y="248285"/>
                  </a:lnTo>
                  <a:lnTo>
                    <a:pt x="64770" y="215264"/>
                  </a:lnTo>
                  <a:lnTo>
                    <a:pt x="92075" y="184150"/>
                  </a:lnTo>
                  <a:lnTo>
                    <a:pt x="123189" y="154939"/>
                  </a:lnTo>
                  <a:lnTo>
                    <a:pt x="158750" y="127635"/>
                  </a:lnTo>
                  <a:lnTo>
                    <a:pt x="197484" y="102869"/>
                  </a:lnTo>
                  <a:lnTo>
                    <a:pt x="239395" y="80010"/>
                  </a:lnTo>
                  <a:lnTo>
                    <a:pt x="284479" y="59689"/>
                  </a:lnTo>
                  <a:lnTo>
                    <a:pt x="332739" y="41910"/>
                  </a:lnTo>
                  <a:lnTo>
                    <a:pt x="383539" y="27305"/>
                  </a:lnTo>
                  <a:lnTo>
                    <a:pt x="436245" y="15875"/>
                  </a:lnTo>
                  <a:lnTo>
                    <a:pt x="491489" y="6985"/>
                  </a:lnTo>
                  <a:lnTo>
                    <a:pt x="548639" y="1905"/>
                  </a:lnTo>
                  <a:lnTo>
                    <a:pt x="607059" y="0"/>
                  </a:lnTo>
                  <a:lnTo>
                    <a:pt x="665479" y="1905"/>
                  </a:lnTo>
                  <a:lnTo>
                    <a:pt x="721995" y="6985"/>
                  </a:lnTo>
                  <a:lnTo>
                    <a:pt x="777239" y="15875"/>
                  </a:lnTo>
                  <a:lnTo>
                    <a:pt x="830579" y="27305"/>
                  </a:lnTo>
                  <a:lnTo>
                    <a:pt x="880745" y="41910"/>
                  </a:lnTo>
                  <a:lnTo>
                    <a:pt x="929004" y="59689"/>
                  </a:lnTo>
                  <a:lnTo>
                    <a:pt x="974089" y="80010"/>
                  </a:lnTo>
                  <a:lnTo>
                    <a:pt x="1016634" y="102869"/>
                  </a:lnTo>
                  <a:lnTo>
                    <a:pt x="1055370" y="127635"/>
                  </a:lnTo>
                  <a:lnTo>
                    <a:pt x="1090295" y="154939"/>
                  </a:lnTo>
                  <a:lnTo>
                    <a:pt x="1121409" y="184150"/>
                  </a:lnTo>
                  <a:lnTo>
                    <a:pt x="1148714" y="215264"/>
                  </a:lnTo>
                  <a:lnTo>
                    <a:pt x="1171575" y="248285"/>
                  </a:lnTo>
                  <a:lnTo>
                    <a:pt x="1189989" y="282575"/>
                  </a:lnTo>
                  <a:lnTo>
                    <a:pt x="1211579" y="354964"/>
                  </a:lnTo>
                  <a:lnTo>
                    <a:pt x="1214120" y="393064"/>
                  </a:lnTo>
                  <a:lnTo>
                    <a:pt x="1211579" y="430530"/>
                  </a:lnTo>
                  <a:lnTo>
                    <a:pt x="1171575" y="537210"/>
                  </a:lnTo>
                  <a:lnTo>
                    <a:pt x="1148714" y="570230"/>
                  </a:lnTo>
                  <a:lnTo>
                    <a:pt x="1121409" y="601344"/>
                  </a:lnTo>
                  <a:lnTo>
                    <a:pt x="1090295" y="630555"/>
                  </a:lnTo>
                  <a:lnTo>
                    <a:pt x="1055370" y="657860"/>
                  </a:lnTo>
                  <a:lnTo>
                    <a:pt x="1016634" y="683260"/>
                  </a:lnTo>
                  <a:lnTo>
                    <a:pt x="974089" y="705485"/>
                  </a:lnTo>
                  <a:lnTo>
                    <a:pt x="929004" y="725805"/>
                  </a:lnTo>
                  <a:lnTo>
                    <a:pt x="880745" y="743585"/>
                  </a:lnTo>
                  <a:lnTo>
                    <a:pt x="830579" y="758189"/>
                  </a:lnTo>
                  <a:lnTo>
                    <a:pt x="777239" y="770255"/>
                  </a:lnTo>
                  <a:lnTo>
                    <a:pt x="721995" y="778510"/>
                  </a:lnTo>
                  <a:lnTo>
                    <a:pt x="665479" y="784225"/>
                  </a:lnTo>
                  <a:lnTo>
                    <a:pt x="607059" y="786130"/>
                  </a:lnTo>
                  <a:lnTo>
                    <a:pt x="548639" y="784225"/>
                  </a:lnTo>
                  <a:lnTo>
                    <a:pt x="491489" y="778510"/>
                  </a:lnTo>
                  <a:lnTo>
                    <a:pt x="436245" y="770255"/>
                  </a:lnTo>
                  <a:lnTo>
                    <a:pt x="383539" y="758189"/>
                  </a:lnTo>
                  <a:lnTo>
                    <a:pt x="332739" y="743585"/>
                  </a:lnTo>
                  <a:lnTo>
                    <a:pt x="284479" y="725805"/>
                  </a:lnTo>
                  <a:lnTo>
                    <a:pt x="239395" y="705485"/>
                  </a:lnTo>
                  <a:lnTo>
                    <a:pt x="197484" y="683260"/>
                  </a:lnTo>
                  <a:lnTo>
                    <a:pt x="158750" y="657860"/>
                  </a:lnTo>
                  <a:lnTo>
                    <a:pt x="123189" y="630555"/>
                  </a:lnTo>
                  <a:lnTo>
                    <a:pt x="92075" y="601344"/>
                  </a:lnTo>
                  <a:lnTo>
                    <a:pt x="64770" y="570230"/>
                  </a:lnTo>
                  <a:lnTo>
                    <a:pt x="41909" y="537210"/>
                  </a:lnTo>
                  <a:lnTo>
                    <a:pt x="24129" y="502919"/>
                  </a:lnTo>
                  <a:lnTo>
                    <a:pt x="2539" y="430530"/>
                  </a:lnTo>
                  <a:lnTo>
                    <a:pt x="0" y="393064"/>
                  </a:lnTo>
                  <a:close/>
                </a:path>
              </a:pathLst>
            </a:custGeom>
            <a:ln w="25400">
              <a:solidFill>
                <a:srgbClr val="389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7559675" y="4987925"/>
            <a:ext cx="1311275" cy="810895"/>
            <a:chOff x="7559675" y="4987925"/>
            <a:chExt cx="1311275" cy="810895"/>
          </a:xfrm>
        </p:grpSpPr>
        <p:sp>
          <p:nvSpPr>
            <p:cNvPr id="13" name="object 13"/>
            <p:cNvSpPr/>
            <p:nvPr/>
          </p:nvSpPr>
          <p:spPr>
            <a:xfrm>
              <a:off x="7572375" y="5000625"/>
              <a:ext cx="1285875" cy="785495"/>
            </a:xfrm>
            <a:custGeom>
              <a:avLst/>
              <a:gdLst/>
              <a:ahLst/>
              <a:cxnLst/>
              <a:rect l="l" t="t" r="r" b="b"/>
              <a:pathLst>
                <a:path w="1285875" h="785495">
                  <a:moveTo>
                    <a:pt x="643254" y="0"/>
                  </a:moveTo>
                  <a:lnTo>
                    <a:pt x="584200" y="1905"/>
                  </a:lnTo>
                  <a:lnTo>
                    <a:pt x="527684" y="6350"/>
                  </a:lnTo>
                  <a:lnTo>
                    <a:pt x="471804" y="13969"/>
                  </a:lnTo>
                  <a:lnTo>
                    <a:pt x="418465" y="24764"/>
                  </a:lnTo>
                  <a:lnTo>
                    <a:pt x="367665" y="38100"/>
                  </a:lnTo>
                  <a:lnTo>
                    <a:pt x="318770" y="53339"/>
                  </a:lnTo>
                  <a:lnTo>
                    <a:pt x="272415" y="71755"/>
                  </a:lnTo>
                  <a:lnTo>
                    <a:pt x="228600" y="92710"/>
                  </a:lnTo>
                  <a:lnTo>
                    <a:pt x="188595" y="114935"/>
                  </a:lnTo>
                  <a:lnTo>
                    <a:pt x="151129" y="139700"/>
                  </a:lnTo>
                  <a:lnTo>
                    <a:pt x="117475" y="166369"/>
                  </a:lnTo>
                  <a:lnTo>
                    <a:pt x="87629" y="194310"/>
                  </a:lnTo>
                  <a:lnTo>
                    <a:pt x="62229" y="224789"/>
                  </a:lnTo>
                  <a:lnTo>
                    <a:pt x="40004" y="255905"/>
                  </a:lnTo>
                  <a:lnTo>
                    <a:pt x="10159" y="322580"/>
                  </a:lnTo>
                  <a:lnTo>
                    <a:pt x="0" y="393065"/>
                  </a:lnTo>
                  <a:lnTo>
                    <a:pt x="2540" y="428625"/>
                  </a:lnTo>
                  <a:lnTo>
                    <a:pt x="22859" y="497205"/>
                  </a:lnTo>
                  <a:lnTo>
                    <a:pt x="62229" y="561340"/>
                  </a:lnTo>
                  <a:lnTo>
                    <a:pt x="87629" y="591185"/>
                  </a:lnTo>
                  <a:lnTo>
                    <a:pt x="117475" y="619760"/>
                  </a:lnTo>
                  <a:lnTo>
                    <a:pt x="151129" y="645794"/>
                  </a:lnTo>
                  <a:lnTo>
                    <a:pt x="188595" y="670560"/>
                  </a:lnTo>
                  <a:lnTo>
                    <a:pt x="228600" y="693419"/>
                  </a:lnTo>
                  <a:lnTo>
                    <a:pt x="272415" y="713740"/>
                  </a:lnTo>
                  <a:lnTo>
                    <a:pt x="318770" y="732155"/>
                  </a:lnTo>
                  <a:lnTo>
                    <a:pt x="367665" y="748030"/>
                  </a:lnTo>
                  <a:lnTo>
                    <a:pt x="418465" y="761365"/>
                  </a:lnTo>
                  <a:lnTo>
                    <a:pt x="471804" y="771525"/>
                  </a:lnTo>
                  <a:lnTo>
                    <a:pt x="527684" y="779780"/>
                  </a:lnTo>
                  <a:lnTo>
                    <a:pt x="584200" y="784225"/>
                  </a:lnTo>
                  <a:lnTo>
                    <a:pt x="643254" y="785494"/>
                  </a:lnTo>
                  <a:lnTo>
                    <a:pt x="701675" y="784225"/>
                  </a:lnTo>
                  <a:lnTo>
                    <a:pt x="758825" y="779780"/>
                  </a:lnTo>
                  <a:lnTo>
                    <a:pt x="814070" y="771525"/>
                  </a:lnTo>
                  <a:lnTo>
                    <a:pt x="867409" y="761365"/>
                  </a:lnTo>
                  <a:lnTo>
                    <a:pt x="918845" y="748030"/>
                  </a:lnTo>
                  <a:lnTo>
                    <a:pt x="967740" y="732155"/>
                  </a:lnTo>
                  <a:lnTo>
                    <a:pt x="1013459" y="713740"/>
                  </a:lnTo>
                  <a:lnTo>
                    <a:pt x="1057275" y="693419"/>
                  </a:lnTo>
                  <a:lnTo>
                    <a:pt x="1097279" y="670560"/>
                  </a:lnTo>
                  <a:lnTo>
                    <a:pt x="1134745" y="645794"/>
                  </a:lnTo>
                  <a:lnTo>
                    <a:pt x="1168400" y="619760"/>
                  </a:lnTo>
                  <a:lnTo>
                    <a:pt x="1198245" y="591185"/>
                  </a:lnTo>
                  <a:lnTo>
                    <a:pt x="1224279" y="561340"/>
                  </a:lnTo>
                  <a:lnTo>
                    <a:pt x="1275715" y="463550"/>
                  </a:lnTo>
                  <a:lnTo>
                    <a:pt x="1285875" y="393065"/>
                  </a:lnTo>
                  <a:lnTo>
                    <a:pt x="1283334" y="356869"/>
                  </a:lnTo>
                  <a:lnTo>
                    <a:pt x="1263015" y="288290"/>
                  </a:lnTo>
                  <a:lnTo>
                    <a:pt x="1224279" y="224789"/>
                  </a:lnTo>
                  <a:lnTo>
                    <a:pt x="1198245" y="194310"/>
                  </a:lnTo>
                  <a:lnTo>
                    <a:pt x="1168400" y="166369"/>
                  </a:lnTo>
                  <a:lnTo>
                    <a:pt x="1134745" y="139700"/>
                  </a:lnTo>
                  <a:lnTo>
                    <a:pt x="1097279" y="114935"/>
                  </a:lnTo>
                  <a:lnTo>
                    <a:pt x="1057275" y="92710"/>
                  </a:lnTo>
                  <a:lnTo>
                    <a:pt x="1013459" y="71755"/>
                  </a:lnTo>
                  <a:lnTo>
                    <a:pt x="967740" y="53339"/>
                  </a:lnTo>
                  <a:lnTo>
                    <a:pt x="918845" y="38100"/>
                  </a:lnTo>
                  <a:lnTo>
                    <a:pt x="867409" y="24764"/>
                  </a:lnTo>
                  <a:lnTo>
                    <a:pt x="814070" y="13969"/>
                  </a:lnTo>
                  <a:lnTo>
                    <a:pt x="758825" y="6350"/>
                  </a:lnTo>
                  <a:lnTo>
                    <a:pt x="701675" y="1905"/>
                  </a:lnTo>
                  <a:lnTo>
                    <a:pt x="6432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572375" y="5000625"/>
              <a:ext cx="1285875" cy="785495"/>
            </a:xfrm>
            <a:custGeom>
              <a:avLst/>
              <a:gdLst/>
              <a:ahLst/>
              <a:cxnLst/>
              <a:rect l="l" t="t" r="r" b="b"/>
              <a:pathLst>
                <a:path w="1285875" h="785495">
                  <a:moveTo>
                    <a:pt x="0" y="393065"/>
                  </a:moveTo>
                  <a:lnTo>
                    <a:pt x="10159" y="322580"/>
                  </a:lnTo>
                  <a:lnTo>
                    <a:pt x="40004" y="255905"/>
                  </a:lnTo>
                  <a:lnTo>
                    <a:pt x="62229" y="224789"/>
                  </a:lnTo>
                  <a:lnTo>
                    <a:pt x="87629" y="194310"/>
                  </a:lnTo>
                  <a:lnTo>
                    <a:pt x="117475" y="166369"/>
                  </a:lnTo>
                  <a:lnTo>
                    <a:pt x="151129" y="139700"/>
                  </a:lnTo>
                  <a:lnTo>
                    <a:pt x="188595" y="114935"/>
                  </a:lnTo>
                  <a:lnTo>
                    <a:pt x="228600" y="92710"/>
                  </a:lnTo>
                  <a:lnTo>
                    <a:pt x="272415" y="71755"/>
                  </a:lnTo>
                  <a:lnTo>
                    <a:pt x="318770" y="53339"/>
                  </a:lnTo>
                  <a:lnTo>
                    <a:pt x="367665" y="38100"/>
                  </a:lnTo>
                  <a:lnTo>
                    <a:pt x="418465" y="24764"/>
                  </a:lnTo>
                  <a:lnTo>
                    <a:pt x="471804" y="13969"/>
                  </a:lnTo>
                  <a:lnTo>
                    <a:pt x="527684" y="6350"/>
                  </a:lnTo>
                  <a:lnTo>
                    <a:pt x="584200" y="1905"/>
                  </a:lnTo>
                  <a:lnTo>
                    <a:pt x="643254" y="0"/>
                  </a:lnTo>
                  <a:lnTo>
                    <a:pt x="701675" y="1905"/>
                  </a:lnTo>
                  <a:lnTo>
                    <a:pt x="758825" y="6350"/>
                  </a:lnTo>
                  <a:lnTo>
                    <a:pt x="814070" y="13969"/>
                  </a:lnTo>
                  <a:lnTo>
                    <a:pt x="867409" y="24764"/>
                  </a:lnTo>
                  <a:lnTo>
                    <a:pt x="918845" y="38100"/>
                  </a:lnTo>
                  <a:lnTo>
                    <a:pt x="967740" y="53339"/>
                  </a:lnTo>
                  <a:lnTo>
                    <a:pt x="1013459" y="71755"/>
                  </a:lnTo>
                  <a:lnTo>
                    <a:pt x="1057275" y="92710"/>
                  </a:lnTo>
                  <a:lnTo>
                    <a:pt x="1097279" y="114935"/>
                  </a:lnTo>
                  <a:lnTo>
                    <a:pt x="1134745" y="139700"/>
                  </a:lnTo>
                  <a:lnTo>
                    <a:pt x="1168400" y="166369"/>
                  </a:lnTo>
                  <a:lnTo>
                    <a:pt x="1198245" y="194310"/>
                  </a:lnTo>
                  <a:lnTo>
                    <a:pt x="1224279" y="224789"/>
                  </a:lnTo>
                  <a:lnTo>
                    <a:pt x="1275715" y="322580"/>
                  </a:lnTo>
                  <a:lnTo>
                    <a:pt x="1285875" y="393065"/>
                  </a:lnTo>
                  <a:lnTo>
                    <a:pt x="1283334" y="428625"/>
                  </a:lnTo>
                  <a:lnTo>
                    <a:pt x="1245870" y="530225"/>
                  </a:lnTo>
                  <a:lnTo>
                    <a:pt x="1198245" y="591185"/>
                  </a:lnTo>
                  <a:lnTo>
                    <a:pt x="1168400" y="619760"/>
                  </a:lnTo>
                  <a:lnTo>
                    <a:pt x="1134745" y="645794"/>
                  </a:lnTo>
                  <a:lnTo>
                    <a:pt x="1097279" y="670560"/>
                  </a:lnTo>
                  <a:lnTo>
                    <a:pt x="1057275" y="693419"/>
                  </a:lnTo>
                  <a:lnTo>
                    <a:pt x="1013459" y="713740"/>
                  </a:lnTo>
                  <a:lnTo>
                    <a:pt x="967740" y="732155"/>
                  </a:lnTo>
                  <a:lnTo>
                    <a:pt x="918845" y="748030"/>
                  </a:lnTo>
                  <a:lnTo>
                    <a:pt x="867409" y="761365"/>
                  </a:lnTo>
                  <a:lnTo>
                    <a:pt x="814070" y="771525"/>
                  </a:lnTo>
                  <a:lnTo>
                    <a:pt x="758825" y="779780"/>
                  </a:lnTo>
                  <a:lnTo>
                    <a:pt x="701675" y="784225"/>
                  </a:lnTo>
                  <a:lnTo>
                    <a:pt x="643254" y="785494"/>
                  </a:lnTo>
                  <a:lnTo>
                    <a:pt x="584200" y="784225"/>
                  </a:lnTo>
                  <a:lnTo>
                    <a:pt x="527684" y="779780"/>
                  </a:lnTo>
                  <a:lnTo>
                    <a:pt x="471804" y="771525"/>
                  </a:lnTo>
                  <a:lnTo>
                    <a:pt x="418465" y="761365"/>
                  </a:lnTo>
                  <a:lnTo>
                    <a:pt x="367665" y="748030"/>
                  </a:lnTo>
                  <a:lnTo>
                    <a:pt x="318770" y="732155"/>
                  </a:lnTo>
                  <a:lnTo>
                    <a:pt x="272415" y="713740"/>
                  </a:lnTo>
                  <a:lnTo>
                    <a:pt x="228600" y="693419"/>
                  </a:lnTo>
                  <a:lnTo>
                    <a:pt x="188595" y="670560"/>
                  </a:lnTo>
                  <a:lnTo>
                    <a:pt x="151129" y="645794"/>
                  </a:lnTo>
                  <a:lnTo>
                    <a:pt x="117475" y="619760"/>
                  </a:lnTo>
                  <a:lnTo>
                    <a:pt x="87629" y="591185"/>
                  </a:lnTo>
                  <a:lnTo>
                    <a:pt x="62229" y="561340"/>
                  </a:lnTo>
                  <a:lnTo>
                    <a:pt x="40004" y="530225"/>
                  </a:lnTo>
                  <a:lnTo>
                    <a:pt x="10159" y="463550"/>
                  </a:lnTo>
                  <a:lnTo>
                    <a:pt x="0" y="393065"/>
                  </a:lnTo>
                  <a:close/>
                </a:path>
              </a:pathLst>
            </a:custGeom>
            <a:ln w="25400">
              <a:solidFill>
                <a:srgbClr val="389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2538095" y="4081145"/>
            <a:ext cx="462280" cy="111760"/>
          </a:xfrm>
          <a:custGeom>
            <a:avLst/>
            <a:gdLst/>
            <a:ahLst/>
            <a:cxnLst/>
            <a:rect l="l" t="t" r="r" b="b"/>
            <a:pathLst>
              <a:path w="462280" h="111760">
                <a:moveTo>
                  <a:pt x="90169" y="0"/>
                </a:moveTo>
                <a:lnTo>
                  <a:pt x="0" y="49529"/>
                </a:lnTo>
                <a:lnTo>
                  <a:pt x="87630" y="103504"/>
                </a:lnTo>
                <a:lnTo>
                  <a:pt x="91440" y="102869"/>
                </a:lnTo>
                <a:lnTo>
                  <a:pt x="95250" y="96519"/>
                </a:lnTo>
                <a:lnTo>
                  <a:pt x="93980" y="92709"/>
                </a:lnTo>
                <a:lnTo>
                  <a:pt x="91440" y="90804"/>
                </a:lnTo>
                <a:lnTo>
                  <a:pt x="36194" y="57149"/>
                </a:lnTo>
                <a:lnTo>
                  <a:pt x="426085" y="67309"/>
                </a:lnTo>
                <a:lnTo>
                  <a:pt x="369569" y="98424"/>
                </a:lnTo>
                <a:lnTo>
                  <a:pt x="366394" y="100329"/>
                </a:lnTo>
                <a:lnTo>
                  <a:pt x="365125" y="104139"/>
                </a:lnTo>
                <a:lnTo>
                  <a:pt x="367030" y="107314"/>
                </a:lnTo>
                <a:lnTo>
                  <a:pt x="368300" y="110489"/>
                </a:lnTo>
                <a:lnTo>
                  <a:pt x="372110" y="111759"/>
                </a:lnTo>
                <a:lnTo>
                  <a:pt x="375285" y="109854"/>
                </a:lnTo>
                <a:lnTo>
                  <a:pt x="451485" y="67944"/>
                </a:lnTo>
                <a:lnTo>
                  <a:pt x="462280" y="62229"/>
                </a:lnTo>
                <a:lnTo>
                  <a:pt x="377825" y="10159"/>
                </a:lnTo>
                <a:lnTo>
                  <a:pt x="375285" y="8254"/>
                </a:lnTo>
                <a:lnTo>
                  <a:pt x="371475" y="8889"/>
                </a:lnTo>
                <a:lnTo>
                  <a:pt x="367665" y="15239"/>
                </a:lnTo>
                <a:lnTo>
                  <a:pt x="368300" y="19049"/>
                </a:lnTo>
                <a:lnTo>
                  <a:pt x="426085" y="54609"/>
                </a:lnTo>
                <a:lnTo>
                  <a:pt x="36194" y="44449"/>
                </a:lnTo>
                <a:lnTo>
                  <a:pt x="96519" y="11429"/>
                </a:lnTo>
                <a:lnTo>
                  <a:pt x="97790" y="7619"/>
                </a:lnTo>
                <a:lnTo>
                  <a:pt x="93980" y="1269"/>
                </a:lnTo>
                <a:lnTo>
                  <a:pt x="90169" y="0"/>
                </a:lnTo>
                <a:close/>
              </a:path>
            </a:pathLst>
          </a:custGeom>
          <a:solidFill>
            <a:srgbClr val="3891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642995" y="4420870"/>
            <a:ext cx="19050" cy="13335"/>
          </a:xfrm>
          <a:custGeom>
            <a:avLst/>
            <a:gdLst/>
            <a:ahLst/>
            <a:cxnLst/>
            <a:rect l="l" t="t" r="r" b="b"/>
            <a:pathLst>
              <a:path w="19050" h="13335">
                <a:moveTo>
                  <a:pt x="19050" y="0"/>
                </a:moveTo>
                <a:lnTo>
                  <a:pt x="3809" y="0"/>
                </a:lnTo>
                <a:lnTo>
                  <a:pt x="0" y="13334"/>
                </a:lnTo>
                <a:lnTo>
                  <a:pt x="19050" y="12699"/>
                </a:lnTo>
                <a:lnTo>
                  <a:pt x="19050" y="0"/>
                </a:lnTo>
                <a:close/>
              </a:path>
            </a:pathLst>
          </a:custGeom>
          <a:solidFill>
            <a:srgbClr val="3891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143625" y="4279900"/>
            <a:ext cx="1428750" cy="1165860"/>
          </a:xfrm>
          <a:custGeom>
            <a:avLst/>
            <a:gdLst/>
            <a:ahLst/>
            <a:cxnLst/>
            <a:rect l="l" t="t" r="r" b="b"/>
            <a:pathLst>
              <a:path w="1428750" h="1165860">
                <a:moveTo>
                  <a:pt x="718184" y="0"/>
                </a:moveTo>
                <a:lnTo>
                  <a:pt x="0" y="0"/>
                </a:lnTo>
                <a:lnTo>
                  <a:pt x="0" y="12700"/>
                </a:lnTo>
                <a:lnTo>
                  <a:pt x="708025" y="12700"/>
                </a:lnTo>
                <a:lnTo>
                  <a:pt x="708025" y="1118235"/>
                </a:lnTo>
                <a:lnTo>
                  <a:pt x="710565" y="1120775"/>
                </a:lnTo>
                <a:lnTo>
                  <a:pt x="1392554" y="1120775"/>
                </a:lnTo>
                <a:lnTo>
                  <a:pt x="1333500" y="1155065"/>
                </a:lnTo>
                <a:lnTo>
                  <a:pt x="1332865" y="1158875"/>
                </a:lnTo>
                <a:lnTo>
                  <a:pt x="1336040" y="1165225"/>
                </a:lnTo>
                <a:lnTo>
                  <a:pt x="1339850" y="1165860"/>
                </a:lnTo>
                <a:lnTo>
                  <a:pt x="1428750" y="1114425"/>
                </a:lnTo>
                <a:lnTo>
                  <a:pt x="1339850" y="1062990"/>
                </a:lnTo>
                <a:lnTo>
                  <a:pt x="1336040" y="1063625"/>
                </a:lnTo>
                <a:lnTo>
                  <a:pt x="1332865" y="1069975"/>
                </a:lnTo>
                <a:lnTo>
                  <a:pt x="1333500" y="1073785"/>
                </a:lnTo>
                <a:lnTo>
                  <a:pt x="1392554" y="1108075"/>
                </a:lnTo>
                <a:lnTo>
                  <a:pt x="720725" y="1108075"/>
                </a:lnTo>
                <a:lnTo>
                  <a:pt x="720725" y="2539"/>
                </a:lnTo>
                <a:lnTo>
                  <a:pt x="718184" y="0"/>
                </a:lnTo>
                <a:close/>
              </a:path>
            </a:pathLst>
          </a:custGeom>
          <a:solidFill>
            <a:srgbClr val="3891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142990" y="3883025"/>
            <a:ext cx="1536065" cy="152400"/>
          </a:xfrm>
          <a:custGeom>
            <a:avLst/>
            <a:gdLst/>
            <a:ahLst/>
            <a:cxnLst/>
            <a:rect l="l" t="t" r="r" b="b"/>
            <a:pathLst>
              <a:path w="1536065" h="152400">
                <a:moveTo>
                  <a:pt x="1443989" y="0"/>
                </a:moveTo>
                <a:lnTo>
                  <a:pt x="1440180" y="1269"/>
                </a:lnTo>
                <a:lnTo>
                  <a:pt x="1438275" y="4444"/>
                </a:lnTo>
                <a:lnTo>
                  <a:pt x="1437005" y="7619"/>
                </a:lnTo>
                <a:lnTo>
                  <a:pt x="1438275" y="11430"/>
                </a:lnTo>
                <a:lnTo>
                  <a:pt x="1441450" y="13335"/>
                </a:lnTo>
                <a:lnTo>
                  <a:pt x="1499235" y="41910"/>
                </a:lnTo>
                <a:lnTo>
                  <a:pt x="0" y="139700"/>
                </a:lnTo>
                <a:lnTo>
                  <a:pt x="1270" y="152400"/>
                </a:lnTo>
                <a:lnTo>
                  <a:pt x="1499869" y="54610"/>
                </a:lnTo>
                <a:lnTo>
                  <a:pt x="1446530" y="90805"/>
                </a:lnTo>
                <a:lnTo>
                  <a:pt x="1443355" y="92710"/>
                </a:lnTo>
                <a:lnTo>
                  <a:pt x="1442719" y="96519"/>
                </a:lnTo>
                <a:lnTo>
                  <a:pt x="1446530" y="102869"/>
                </a:lnTo>
                <a:lnTo>
                  <a:pt x="1450975" y="103505"/>
                </a:lnTo>
                <a:lnTo>
                  <a:pt x="1453514" y="101600"/>
                </a:lnTo>
                <a:lnTo>
                  <a:pt x="1536064" y="45719"/>
                </a:lnTo>
                <a:lnTo>
                  <a:pt x="1524635" y="40639"/>
                </a:lnTo>
                <a:lnTo>
                  <a:pt x="1447164" y="1905"/>
                </a:lnTo>
                <a:lnTo>
                  <a:pt x="1443989" y="0"/>
                </a:lnTo>
                <a:close/>
              </a:path>
            </a:pathLst>
          </a:custGeom>
          <a:solidFill>
            <a:srgbClr val="3891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032125" y="1843404"/>
            <a:ext cx="1405255" cy="322580"/>
          </a:xfrm>
          <a:custGeom>
            <a:avLst/>
            <a:gdLst/>
            <a:ahLst/>
            <a:cxnLst/>
            <a:rect l="l" t="t" r="r" b="b"/>
            <a:pathLst>
              <a:path w="1405254" h="322580">
                <a:moveTo>
                  <a:pt x="1405254" y="0"/>
                </a:moveTo>
                <a:lnTo>
                  <a:pt x="0" y="0"/>
                </a:lnTo>
                <a:lnTo>
                  <a:pt x="0" y="322579"/>
                </a:lnTo>
                <a:lnTo>
                  <a:pt x="1405254" y="322579"/>
                </a:lnTo>
                <a:lnTo>
                  <a:pt x="140525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032125" y="1843404"/>
            <a:ext cx="1405255" cy="322580"/>
          </a:xfrm>
          <a:prstGeom prst="rect">
            <a:avLst/>
          </a:prstGeom>
          <a:ln w="19080">
            <a:solidFill>
              <a:srgbClr val="206979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391795">
              <a:lnSpc>
                <a:spcPct val="100000"/>
              </a:lnSpc>
              <a:spcBef>
                <a:spcPts val="114"/>
              </a:spcBef>
            </a:pPr>
            <a:r>
              <a:rPr sz="1800" spc="-10" dirty="0">
                <a:solidFill>
                  <a:srgbClr val="4F271C"/>
                </a:solidFill>
                <a:latin typeface="Times New Roman"/>
                <a:cs typeface="Times New Roman"/>
              </a:rPr>
              <a:t>Alarm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362575" y="1831975"/>
            <a:ext cx="1676400" cy="557530"/>
          </a:xfrm>
          <a:custGeom>
            <a:avLst/>
            <a:gdLst/>
            <a:ahLst/>
            <a:cxnLst/>
            <a:rect l="l" t="t" r="r" b="b"/>
            <a:pathLst>
              <a:path w="1676400" h="557530">
                <a:moveTo>
                  <a:pt x="1676400" y="0"/>
                </a:moveTo>
                <a:lnTo>
                  <a:pt x="0" y="0"/>
                </a:lnTo>
                <a:lnTo>
                  <a:pt x="0" y="557529"/>
                </a:lnTo>
                <a:lnTo>
                  <a:pt x="1676400" y="557529"/>
                </a:lnTo>
                <a:lnTo>
                  <a:pt x="1676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362575" y="1831975"/>
            <a:ext cx="1676400" cy="557530"/>
          </a:xfrm>
          <a:prstGeom prst="rect">
            <a:avLst/>
          </a:prstGeom>
          <a:ln w="19080">
            <a:solidFill>
              <a:srgbClr val="206979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11430" algn="ctr">
              <a:lnSpc>
                <a:spcPct val="100000"/>
              </a:lnSpc>
              <a:spcBef>
                <a:spcPts val="195"/>
              </a:spcBef>
            </a:pPr>
            <a:r>
              <a:rPr sz="1600" dirty="0">
                <a:solidFill>
                  <a:srgbClr val="4F271C"/>
                </a:solidFill>
                <a:latin typeface="Times New Roman"/>
                <a:cs typeface="Times New Roman"/>
              </a:rPr>
              <a:t>16</a:t>
            </a:r>
            <a:r>
              <a:rPr sz="1600" spc="-95" dirty="0">
                <a:solidFill>
                  <a:srgbClr val="4F271C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4F271C"/>
                </a:solidFill>
                <a:latin typeface="Times New Roman"/>
                <a:cs typeface="Times New Roman"/>
              </a:rPr>
              <a:t>X</a:t>
            </a:r>
            <a:r>
              <a:rPr sz="1600" spc="-70" dirty="0">
                <a:solidFill>
                  <a:srgbClr val="4F271C"/>
                </a:solidFill>
                <a:latin typeface="Times New Roman"/>
                <a:cs typeface="Times New Roman"/>
              </a:rPr>
              <a:t> </a:t>
            </a:r>
            <a:r>
              <a:rPr sz="1600" spc="-50" dirty="0">
                <a:solidFill>
                  <a:srgbClr val="4F271C"/>
                </a:solidFill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  <a:p>
            <a:pPr marL="20320" algn="ctr">
              <a:lnSpc>
                <a:spcPct val="100000"/>
              </a:lnSpc>
              <a:spcBef>
                <a:spcPts val="95"/>
              </a:spcBef>
            </a:pPr>
            <a:r>
              <a:rPr sz="1600" spc="-30" dirty="0">
                <a:solidFill>
                  <a:srgbClr val="4F271C"/>
                </a:solidFill>
                <a:latin typeface="Times New Roman"/>
                <a:cs typeface="Times New Roman"/>
              </a:rPr>
              <a:t>LCD</a:t>
            </a:r>
            <a:r>
              <a:rPr sz="1600" spc="-80" dirty="0">
                <a:solidFill>
                  <a:srgbClr val="4F271C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4F271C"/>
                </a:solidFill>
                <a:latin typeface="Times New Roman"/>
                <a:cs typeface="Times New Roman"/>
              </a:rPr>
              <a:t>display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71880" y="2590800"/>
            <a:ext cx="986155" cy="611505"/>
          </a:xfrm>
          <a:custGeom>
            <a:avLst/>
            <a:gdLst/>
            <a:ahLst/>
            <a:cxnLst/>
            <a:rect l="l" t="t" r="r" b="b"/>
            <a:pathLst>
              <a:path w="986155" h="611505">
                <a:moveTo>
                  <a:pt x="986155" y="0"/>
                </a:moveTo>
                <a:lnTo>
                  <a:pt x="0" y="0"/>
                </a:lnTo>
                <a:lnTo>
                  <a:pt x="0" y="611504"/>
                </a:lnTo>
                <a:lnTo>
                  <a:pt x="986155" y="611504"/>
                </a:lnTo>
                <a:lnTo>
                  <a:pt x="9861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050607" y="2590800"/>
            <a:ext cx="1007744" cy="611505"/>
          </a:xfrm>
          <a:prstGeom prst="rect">
            <a:avLst/>
          </a:prstGeom>
          <a:ln w="19080">
            <a:solidFill>
              <a:srgbClr val="20697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51790">
              <a:lnSpc>
                <a:spcPts val="2070"/>
              </a:lnSpc>
            </a:pPr>
            <a:r>
              <a:rPr sz="1800" spc="-10" dirty="0">
                <a:solidFill>
                  <a:srgbClr val="4F271C"/>
                </a:solidFill>
                <a:latin typeface="Times New Roman"/>
                <a:cs typeface="Times New Roman"/>
              </a:rPr>
              <a:t>Power</a:t>
            </a:r>
            <a:endParaRPr sz="1800">
              <a:latin typeface="Times New Roman"/>
              <a:cs typeface="Times New Roman"/>
            </a:endParaRPr>
          </a:p>
          <a:p>
            <a:pPr marL="333375">
              <a:lnSpc>
                <a:spcPct val="100000"/>
              </a:lnSpc>
              <a:spcBef>
                <a:spcPts val="130"/>
              </a:spcBef>
            </a:pPr>
            <a:r>
              <a:rPr sz="1800" spc="-10" dirty="0">
                <a:solidFill>
                  <a:srgbClr val="4F271C"/>
                </a:solidFill>
                <a:latin typeface="Times New Roman"/>
                <a:cs typeface="Times New Roman"/>
              </a:rPr>
              <a:t>supply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867400" y="2895600"/>
            <a:ext cx="1295400" cy="676275"/>
          </a:xfrm>
          <a:custGeom>
            <a:avLst/>
            <a:gdLst/>
            <a:ahLst/>
            <a:cxnLst/>
            <a:rect l="l" t="t" r="r" b="b"/>
            <a:pathLst>
              <a:path w="1295400" h="676275">
                <a:moveTo>
                  <a:pt x="1295400" y="0"/>
                </a:moveTo>
                <a:lnTo>
                  <a:pt x="0" y="0"/>
                </a:lnTo>
                <a:lnTo>
                  <a:pt x="0" y="676275"/>
                </a:lnTo>
                <a:lnTo>
                  <a:pt x="1295400" y="676275"/>
                </a:lnTo>
                <a:lnTo>
                  <a:pt x="1295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867400" y="2895600"/>
            <a:ext cx="1295400" cy="676275"/>
          </a:xfrm>
          <a:prstGeom prst="rect">
            <a:avLst/>
          </a:prstGeom>
          <a:ln w="19080">
            <a:solidFill>
              <a:srgbClr val="206979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marL="258445">
              <a:lnSpc>
                <a:spcPct val="100000"/>
              </a:lnSpc>
              <a:spcBef>
                <a:spcPts val="350"/>
              </a:spcBef>
            </a:pPr>
            <a:r>
              <a:rPr sz="1800" spc="-10" dirty="0">
                <a:solidFill>
                  <a:srgbClr val="4F271C"/>
                </a:solidFill>
                <a:latin typeface="Times New Roman"/>
                <a:cs typeface="Times New Roman"/>
              </a:rPr>
              <a:t>SMART</a:t>
            </a:r>
            <a:endParaRPr sz="1800">
              <a:latin typeface="Times New Roman"/>
              <a:cs typeface="Times New Roman"/>
            </a:endParaRPr>
          </a:p>
          <a:p>
            <a:pPr marL="166370">
              <a:lnSpc>
                <a:spcPct val="100000"/>
              </a:lnSpc>
              <a:spcBef>
                <a:spcPts val="35"/>
              </a:spcBef>
            </a:pPr>
            <a:r>
              <a:rPr sz="1800" spc="-10" dirty="0">
                <a:solidFill>
                  <a:srgbClr val="4F271C"/>
                </a:solidFill>
                <a:latin typeface="Times New Roman"/>
                <a:cs typeface="Times New Roman"/>
              </a:rPr>
              <a:t>CAMERA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1356741" y="318643"/>
            <a:ext cx="52501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/>
              <a:t>BLOCK</a:t>
            </a:r>
            <a:r>
              <a:rPr sz="2000" spc="190" dirty="0"/>
              <a:t> </a:t>
            </a:r>
            <a:r>
              <a:rPr sz="2000" spc="-10" dirty="0"/>
              <a:t>DIAGRAM</a:t>
            </a:r>
            <a:r>
              <a:rPr sz="2000" spc="-70" dirty="0"/>
              <a:t> </a:t>
            </a:r>
            <a:r>
              <a:rPr sz="2000" dirty="0"/>
              <a:t>OF</a:t>
            </a:r>
            <a:r>
              <a:rPr sz="2000" spc="-50" dirty="0"/>
              <a:t> </a:t>
            </a:r>
            <a:r>
              <a:rPr sz="2000" spc="-20" dirty="0"/>
              <a:t>PROPOSED</a:t>
            </a:r>
            <a:r>
              <a:rPr sz="2000" spc="-55" dirty="0"/>
              <a:t> </a:t>
            </a:r>
            <a:r>
              <a:rPr sz="2000" spc="-10" dirty="0"/>
              <a:t>SYSTEM</a:t>
            </a:r>
            <a:endParaRPr sz="2000"/>
          </a:p>
        </p:txBody>
      </p:sp>
      <p:sp>
        <p:nvSpPr>
          <p:cNvPr id="29" name="object 29"/>
          <p:cNvSpPr txBox="1"/>
          <p:nvPr/>
        </p:nvSpPr>
        <p:spPr>
          <a:xfrm>
            <a:off x="7788656" y="3864355"/>
            <a:ext cx="656590" cy="622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345"/>
              </a:lnSpc>
              <a:spcBef>
                <a:spcPts val="100"/>
              </a:spcBef>
            </a:pPr>
            <a:r>
              <a:rPr sz="2000" spc="-10" dirty="0">
                <a:latin typeface="Times New Roman"/>
                <a:cs typeface="Times New Roman"/>
              </a:rPr>
              <a:t>Motor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ts val="2345"/>
              </a:lnSpc>
            </a:pPr>
            <a:r>
              <a:rPr sz="2000" spc="-25" dirty="0">
                <a:latin typeface="Times New Roman"/>
                <a:cs typeface="Times New Roman"/>
              </a:rPr>
              <a:t>1,2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166617" y="4762245"/>
            <a:ext cx="965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spc="-10">
                <a:solidFill>
                  <a:srgbClr val="4F271C"/>
                </a:solidFill>
                <a:latin typeface="Times New Roman"/>
                <a:cs typeface="Times New Roman"/>
              </a:rPr>
              <a:t>Ultrasonic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895335" y="5010353"/>
            <a:ext cx="655955" cy="6229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345"/>
              </a:lnSpc>
              <a:spcBef>
                <a:spcPts val="105"/>
              </a:spcBef>
            </a:pPr>
            <a:r>
              <a:rPr sz="2000" spc="-10" dirty="0">
                <a:latin typeface="Times New Roman"/>
                <a:cs typeface="Times New Roman"/>
              </a:rPr>
              <a:t>Motor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ts val="2345"/>
              </a:lnSpc>
            </a:pPr>
            <a:r>
              <a:rPr sz="2000" spc="-25" dirty="0">
                <a:latin typeface="Times New Roman"/>
                <a:cs typeface="Times New Roman"/>
              </a:rPr>
              <a:t>3,4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857750" y="3971290"/>
            <a:ext cx="1295400" cy="354330"/>
          </a:xfrm>
          <a:custGeom>
            <a:avLst/>
            <a:gdLst/>
            <a:ahLst/>
            <a:cxnLst/>
            <a:rect l="l" t="t" r="r" b="b"/>
            <a:pathLst>
              <a:path w="1295400" h="354329">
                <a:moveTo>
                  <a:pt x="1295400" y="0"/>
                </a:moveTo>
                <a:lnTo>
                  <a:pt x="0" y="0"/>
                </a:lnTo>
                <a:lnTo>
                  <a:pt x="0" y="354330"/>
                </a:lnTo>
                <a:lnTo>
                  <a:pt x="1295400" y="354330"/>
                </a:lnTo>
                <a:lnTo>
                  <a:pt x="1295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857750" y="3971290"/>
            <a:ext cx="1295400" cy="354330"/>
          </a:xfrm>
          <a:prstGeom prst="rect">
            <a:avLst/>
          </a:prstGeom>
          <a:ln w="19080">
            <a:solidFill>
              <a:srgbClr val="206979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 marL="303530">
              <a:lnSpc>
                <a:spcPct val="100000"/>
              </a:lnSpc>
              <a:spcBef>
                <a:spcPts val="395"/>
              </a:spcBef>
            </a:pPr>
            <a:r>
              <a:rPr sz="1800" spc="-10" dirty="0">
                <a:solidFill>
                  <a:srgbClr val="4F271C"/>
                </a:solidFill>
                <a:latin typeface="Times New Roman"/>
                <a:cs typeface="Times New Roman"/>
              </a:rPr>
              <a:t>L293D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000376" y="2745724"/>
            <a:ext cx="1470644" cy="1793001"/>
            <a:chOff x="3003534" y="2745724"/>
            <a:chExt cx="1467485" cy="1958339"/>
          </a:xfrm>
        </p:grpSpPr>
        <p:sp>
          <p:nvSpPr>
            <p:cNvPr id="35" name="object 35"/>
            <p:cNvSpPr/>
            <p:nvPr/>
          </p:nvSpPr>
          <p:spPr>
            <a:xfrm>
              <a:off x="3013074" y="2755265"/>
              <a:ext cx="1447800" cy="1939289"/>
            </a:xfrm>
            <a:custGeom>
              <a:avLst/>
              <a:gdLst/>
              <a:ahLst/>
              <a:cxnLst/>
              <a:rect l="l" t="t" r="r" b="b"/>
              <a:pathLst>
                <a:path w="1447800" h="1939289">
                  <a:moveTo>
                    <a:pt x="1447800" y="0"/>
                  </a:moveTo>
                  <a:lnTo>
                    <a:pt x="0" y="0"/>
                  </a:lnTo>
                  <a:lnTo>
                    <a:pt x="0" y="1939036"/>
                  </a:lnTo>
                  <a:lnTo>
                    <a:pt x="1447800" y="1939036"/>
                  </a:lnTo>
                  <a:lnTo>
                    <a:pt x="1447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6" name="object 36"/>
            <p:cNvSpPr/>
            <p:nvPr/>
          </p:nvSpPr>
          <p:spPr>
            <a:xfrm>
              <a:off x="3013074" y="2755265"/>
              <a:ext cx="1447800" cy="1939289"/>
            </a:xfrm>
            <a:custGeom>
              <a:avLst/>
              <a:gdLst/>
              <a:ahLst/>
              <a:cxnLst/>
              <a:rect l="l" t="t" r="r" b="b"/>
              <a:pathLst>
                <a:path w="1447800" h="1939289">
                  <a:moveTo>
                    <a:pt x="0" y="1939036"/>
                  </a:moveTo>
                  <a:lnTo>
                    <a:pt x="1447800" y="1939036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1939036"/>
                  </a:lnTo>
                  <a:close/>
                </a:path>
              </a:pathLst>
            </a:custGeom>
            <a:ln w="19080">
              <a:solidFill>
                <a:srgbClr val="20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397377" y="3277870"/>
            <a:ext cx="6464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solidFill>
                  <a:srgbClr val="4F271C"/>
                </a:solidFill>
                <a:latin typeface="Times New Roman"/>
                <a:cs typeface="Times New Roman"/>
              </a:rPr>
              <a:t>NODE </a:t>
            </a:r>
            <a:r>
              <a:rPr sz="1800" spc="-25" dirty="0">
                <a:solidFill>
                  <a:srgbClr val="4F271C"/>
                </a:solidFill>
                <a:latin typeface="Times New Roman"/>
                <a:cs typeface="Times New Roman"/>
              </a:rPr>
              <a:t>MCU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105400" y="5046345"/>
            <a:ext cx="1295400" cy="571500"/>
          </a:xfrm>
          <a:custGeom>
            <a:avLst/>
            <a:gdLst/>
            <a:ahLst/>
            <a:cxnLst/>
            <a:rect l="l" t="t" r="r" b="b"/>
            <a:pathLst>
              <a:path w="1295400" h="571500">
                <a:moveTo>
                  <a:pt x="1295400" y="0"/>
                </a:moveTo>
                <a:lnTo>
                  <a:pt x="0" y="0"/>
                </a:lnTo>
                <a:lnTo>
                  <a:pt x="0" y="571499"/>
                </a:lnTo>
                <a:lnTo>
                  <a:pt x="1295400" y="571499"/>
                </a:lnTo>
                <a:lnTo>
                  <a:pt x="1295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5105399" y="5046345"/>
            <a:ext cx="1501521" cy="549509"/>
          </a:xfrm>
          <a:prstGeom prst="rect">
            <a:avLst/>
          </a:prstGeom>
          <a:ln w="19080">
            <a:solidFill>
              <a:srgbClr val="206979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227329" marR="281305" indent="144780">
              <a:lnSpc>
                <a:spcPts val="2100"/>
              </a:lnSpc>
              <a:spcBef>
                <a:spcPts val="85"/>
              </a:spcBef>
            </a:pPr>
            <a:r>
              <a:rPr sz="1800" spc="-10" dirty="0">
                <a:solidFill>
                  <a:srgbClr val="4F271C"/>
                </a:solidFill>
                <a:latin typeface="Times New Roman"/>
                <a:cs typeface="Times New Roman"/>
              </a:rPr>
              <a:t>Metal </a:t>
            </a:r>
            <a:r>
              <a:rPr sz="1800" spc="-20" dirty="0">
                <a:solidFill>
                  <a:srgbClr val="4F271C"/>
                </a:solidFill>
                <a:latin typeface="Times New Roman"/>
                <a:cs typeface="Times New Roman"/>
              </a:rPr>
              <a:t>Detector</a:t>
            </a:r>
            <a:endParaRPr sz="1800" dirty="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062339" y="3747754"/>
            <a:ext cx="1486535" cy="708660"/>
            <a:chOff x="1062339" y="3747754"/>
            <a:chExt cx="1486535" cy="708660"/>
          </a:xfrm>
        </p:grpSpPr>
        <p:sp>
          <p:nvSpPr>
            <p:cNvPr id="41" name="object 41"/>
            <p:cNvSpPr/>
            <p:nvPr/>
          </p:nvSpPr>
          <p:spPr>
            <a:xfrm>
              <a:off x="1071880" y="3757294"/>
              <a:ext cx="1466850" cy="688975"/>
            </a:xfrm>
            <a:custGeom>
              <a:avLst/>
              <a:gdLst/>
              <a:ahLst/>
              <a:cxnLst/>
              <a:rect l="l" t="t" r="r" b="b"/>
              <a:pathLst>
                <a:path w="1466850" h="688975">
                  <a:moveTo>
                    <a:pt x="1466850" y="0"/>
                  </a:moveTo>
                  <a:lnTo>
                    <a:pt x="0" y="0"/>
                  </a:lnTo>
                  <a:lnTo>
                    <a:pt x="0" y="688974"/>
                  </a:lnTo>
                  <a:lnTo>
                    <a:pt x="1466850" y="688974"/>
                  </a:lnTo>
                  <a:lnTo>
                    <a:pt x="14668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071880" y="3757294"/>
              <a:ext cx="1466850" cy="688975"/>
            </a:xfrm>
            <a:custGeom>
              <a:avLst/>
              <a:gdLst/>
              <a:ahLst/>
              <a:cxnLst/>
              <a:rect l="l" t="t" r="r" b="b"/>
              <a:pathLst>
                <a:path w="1466850" h="688975">
                  <a:moveTo>
                    <a:pt x="0" y="688974"/>
                  </a:moveTo>
                  <a:lnTo>
                    <a:pt x="1466850" y="688974"/>
                  </a:lnTo>
                  <a:lnTo>
                    <a:pt x="1466850" y="0"/>
                  </a:lnTo>
                  <a:lnTo>
                    <a:pt x="0" y="0"/>
                  </a:lnTo>
                  <a:lnTo>
                    <a:pt x="0" y="688974"/>
                  </a:lnTo>
                  <a:close/>
                </a:path>
              </a:pathLst>
            </a:custGeom>
            <a:ln w="19080">
              <a:solidFill>
                <a:srgbClr val="20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071880" y="3839082"/>
            <a:ext cx="14573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3520" algn="ctr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solidFill>
                  <a:srgbClr val="4F271C"/>
                </a:solidFill>
                <a:latin typeface="Times New Roman"/>
                <a:cs typeface="Times New Roman"/>
              </a:rPr>
              <a:t>WI-</a:t>
            </a:r>
            <a:r>
              <a:rPr sz="1800" spc="-25" dirty="0">
                <a:solidFill>
                  <a:srgbClr val="4F271C"/>
                </a:solidFill>
                <a:latin typeface="Times New Roman"/>
                <a:cs typeface="Times New Roman"/>
              </a:rPr>
              <a:t>FI</a:t>
            </a:r>
            <a:endParaRPr sz="1800">
              <a:latin typeface="Times New Roman"/>
              <a:cs typeface="Times New Roman"/>
            </a:endParaRPr>
          </a:p>
          <a:p>
            <a:pPr marL="241935" algn="ctr">
              <a:lnSpc>
                <a:spcPct val="100000"/>
              </a:lnSpc>
            </a:pPr>
            <a:r>
              <a:rPr sz="1800" spc="-10" dirty="0">
                <a:solidFill>
                  <a:srgbClr val="4F271C"/>
                </a:solidFill>
                <a:latin typeface="Times New Roman"/>
                <a:cs typeface="Times New Roman"/>
              </a:rPr>
              <a:t>MODULE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xmlns="" id="{586F1F1A-38A5-FE01-C34B-459A6DA18D90}"/>
              </a:ext>
            </a:extLst>
          </p:cNvPr>
          <p:cNvCxnSpPr>
            <a:cxnSpLocks/>
          </p:cNvCxnSpPr>
          <p:nvPr/>
        </p:nvCxnSpPr>
        <p:spPr>
          <a:xfrm flipH="1" flipV="1">
            <a:off x="4440349" y="3233153"/>
            <a:ext cx="1456014" cy="5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xmlns="" id="{B6646BE7-D445-34F8-EC7A-7A42A094008C}"/>
              </a:ext>
            </a:extLst>
          </p:cNvPr>
          <p:cNvCxnSpPr>
            <a:cxnSpLocks/>
          </p:cNvCxnSpPr>
          <p:nvPr/>
        </p:nvCxnSpPr>
        <p:spPr>
          <a:xfrm rot="10800000">
            <a:off x="4446259" y="4457454"/>
            <a:ext cx="1295401" cy="24828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xmlns="" id="{06E2A786-0081-13C7-1936-38D8140FB8A2}"/>
              </a:ext>
            </a:extLst>
          </p:cNvPr>
          <p:cNvCxnSpPr>
            <a:cxnSpLocks/>
          </p:cNvCxnSpPr>
          <p:nvPr/>
        </p:nvCxnSpPr>
        <p:spPr>
          <a:xfrm flipV="1">
            <a:off x="3771900" y="4530018"/>
            <a:ext cx="0" cy="232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xmlns="" id="{4CD61567-96C5-98D4-F89A-AD3C77BB6E42}"/>
              </a:ext>
            </a:extLst>
          </p:cNvPr>
          <p:cNvCxnSpPr>
            <a:cxnSpLocks/>
          </p:cNvCxnSpPr>
          <p:nvPr/>
        </p:nvCxnSpPr>
        <p:spPr>
          <a:xfrm>
            <a:off x="5741660" y="4705740"/>
            <a:ext cx="0" cy="2948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9314" y="149478"/>
            <a:ext cx="585914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105"/>
              </a:spcBef>
            </a:pPr>
            <a:r>
              <a:rPr sz="2000" b="0" spc="-10" dirty="0">
                <a:latin typeface="Times New Roman"/>
                <a:cs typeface="Times New Roman"/>
              </a:rPr>
              <a:t>HARDWARE</a:t>
            </a:r>
            <a:r>
              <a:rPr lang="en-IN" sz="2000" b="0" spc="-10" dirty="0">
                <a:latin typeface="Times New Roman"/>
                <a:cs typeface="Times New Roman"/>
              </a:rPr>
              <a:t> </a:t>
            </a:r>
            <a:r>
              <a:rPr sz="2000" b="0" spc="-10" dirty="0">
                <a:latin typeface="Times New Roman"/>
                <a:cs typeface="Times New Roman"/>
              </a:rPr>
              <a:t>REQUIREMENTS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394841" y="1136396"/>
            <a:ext cx="2665730" cy="4420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indent="-255904">
              <a:lnSpc>
                <a:spcPct val="100000"/>
              </a:lnSpc>
              <a:spcBef>
                <a:spcPts val="100"/>
              </a:spcBef>
              <a:buClr>
                <a:srgbClr val="C32C2C"/>
              </a:buClr>
              <a:buFont typeface="Wingdings"/>
              <a:buChar char=""/>
              <a:tabLst>
                <a:tab pos="268605" algn="l"/>
              </a:tabLst>
            </a:pPr>
            <a:r>
              <a:rPr sz="1800" spc="-25" dirty="0">
                <a:latin typeface="Times New Roman"/>
                <a:cs typeface="Times New Roman"/>
              </a:rPr>
              <a:t>NODE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MCU</a:t>
            </a:r>
            <a:endParaRPr sz="1800" dirty="0">
              <a:latin typeface="Times New Roman"/>
              <a:cs typeface="Times New Roman"/>
            </a:endParaRPr>
          </a:p>
          <a:p>
            <a:pPr marL="268605" indent="-255904">
              <a:lnSpc>
                <a:spcPct val="100000"/>
              </a:lnSpc>
              <a:spcBef>
                <a:spcPts val="1500"/>
              </a:spcBef>
              <a:buClr>
                <a:srgbClr val="C32C2C"/>
              </a:buClr>
              <a:buFont typeface="Wingdings"/>
              <a:buChar char=""/>
              <a:tabLst>
                <a:tab pos="268605" algn="l"/>
              </a:tabLst>
            </a:pPr>
            <a:r>
              <a:rPr sz="1800" spc="-40" dirty="0">
                <a:latin typeface="Times New Roman"/>
                <a:cs typeface="Times New Roman"/>
              </a:rPr>
              <a:t>ULTRASONIC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SENSOR</a:t>
            </a:r>
            <a:endParaRPr sz="1800" dirty="0">
              <a:latin typeface="Times New Roman"/>
              <a:cs typeface="Times New Roman"/>
            </a:endParaRPr>
          </a:p>
          <a:p>
            <a:pPr marL="268605" indent="-255904">
              <a:lnSpc>
                <a:spcPct val="100000"/>
              </a:lnSpc>
              <a:spcBef>
                <a:spcPts val="1405"/>
              </a:spcBef>
              <a:buClr>
                <a:srgbClr val="C32C2C"/>
              </a:buClr>
              <a:buFont typeface="Wingdings"/>
              <a:buChar char=""/>
              <a:tabLst>
                <a:tab pos="268605" algn="l"/>
              </a:tabLst>
            </a:pPr>
            <a:r>
              <a:rPr sz="1800" spc="-35" dirty="0">
                <a:latin typeface="Times New Roman"/>
                <a:cs typeface="Times New Roman"/>
              </a:rPr>
              <a:t>WI-</a:t>
            </a:r>
            <a:r>
              <a:rPr sz="1800" dirty="0">
                <a:latin typeface="Times New Roman"/>
                <a:cs typeface="Times New Roman"/>
              </a:rPr>
              <a:t>FI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MODULE</a:t>
            </a:r>
            <a:endParaRPr sz="1800" dirty="0">
              <a:latin typeface="Times New Roman"/>
              <a:cs typeface="Times New Roman"/>
            </a:endParaRPr>
          </a:p>
          <a:p>
            <a:pPr marL="268605" indent="-255904">
              <a:lnSpc>
                <a:spcPct val="100000"/>
              </a:lnSpc>
              <a:spcBef>
                <a:spcPts val="1390"/>
              </a:spcBef>
              <a:buClr>
                <a:srgbClr val="C32C2C"/>
              </a:buClr>
              <a:buFont typeface="Wingdings"/>
              <a:buChar char=""/>
              <a:tabLst>
                <a:tab pos="268605" algn="l"/>
              </a:tabLst>
            </a:pPr>
            <a:r>
              <a:rPr sz="1800" spc="-10" dirty="0">
                <a:latin typeface="Times New Roman"/>
                <a:cs typeface="Times New Roman"/>
              </a:rPr>
              <a:t>METALDETECTOR</a:t>
            </a:r>
            <a:endParaRPr sz="1800" dirty="0">
              <a:latin typeface="Times New Roman"/>
              <a:cs typeface="Times New Roman"/>
            </a:endParaRPr>
          </a:p>
          <a:p>
            <a:pPr marL="268605" indent="-255904">
              <a:lnSpc>
                <a:spcPct val="100000"/>
              </a:lnSpc>
              <a:spcBef>
                <a:spcPts val="1500"/>
              </a:spcBef>
              <a:buClr>
                <a:srgbClr val="C32C2C"/>
              </a:buClr>
              <a:buFont typeface="Wingdings"/>
              <a:buChar char=""/>
              <a:tabLst>
                <a:tab pos="268605" algn="l"/>
              </a:tabLst>
            </a:pPr>
            <a:r>
              <a:rPr sz="1800" spc="-10" dirty="0">
                <a:latin typeface="Times New Roman"/>
                <a:cs typeface="Times New Roman"/>
              </a:rPr>
              <a:t>LCD</a:t>
            </a:r>
            <a:r>
              <a:rPr sz="1800" spc="-1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DISPLAY</a:t>
            </a:r>
            <a:endParaRPr sz="1800" dirty="0">
              <a:latin typeface="Times New Roman"/>
              <a:cs typeface="Times New Roman"/>
            </a:endParaRPr>
          </a:p>
          <a:p>
            <a:pPr marL="268605" indent="-255904">
              <a:lnSpc>
                <a:spcPct val="100000"/>
              </a:lnSpc>
              <a:spcBef>
                <a:spcPts val="1410"/>
              </a:spcBef>
              <a:buClr>
                <a:srgbClr val="C32C2C"/>
              </a:buClr>
              <a:buFont typeface="Wingdings"/>
              <a:buChar char=""/>
              <a:tabLst>
                <a:tab pos="268605" algn="l"/>
              </a:tabLst>
            </a:pPr>
            <a:r>
              <a:rPr sz="1800" spc="-55" dirty="0">
                <a:latin typeface="Times New Roman"/>
                <a:cs typeface="Times New Roman"/>
              </a:rPr>
              <a:t>SMART</a:t>
            </a:r>
            <a:r>
              <a:rPr sz="1800" spc="-17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CAMERA</a:t>
            </a:r>
            <a:endParaRPr sz="1800" dirty="0">
              <a:latin typeface="Times New Roman"/>
              <a:cs typeface="Times New Roman"/>
            </a:endParaRPr>
          </a:p>
          <a:p>
            <a:pPr marL="268605" indent="-255904">
              <a:lnSpc>
                <a:spcPct val="100000"/>
              </a:lnSpc>
              <a:spcBef>
                <a:spcPts val="1400"/>
              </a:spcBef>
              <a:buClr>
                <a:srgbClr val="C32C2C"/>
              </a:buClr>
              <a:buFont typeface="Wingdings"/>
              <a:buChar char=""/>
              <a:tabLst>
                <a:tab pos="268605" algn="l"/>
              </a:tabLst>
            </a:pPr>
            <a:r>
              <a:rPr sz="1800" spc="-10" dirty="0">
                <a:latin typeface="Times New Roman"/>
                <a:cs typeface="Times New Roman"/>
              </a:rPr>
              <a:t>BATTERY</a:t>
            </a:r>
            <a:endParaRPr sz="1800" dirty="0">
              <a:latin typeface="Times New Roman"/>
              <a:cs typeface="Times New Roman"/>
            </a:endParaRPr>
          </a:p>
          <a:p>
            <a:pPr marL="268605" indent="-255904">
              <a:lnSpc>
                <a:spcPct val="100000"/>
              </a:lnSpc>
              <a:spcBef>
                <a:spcPts val="1500"/>
              </a:spcBef>
              <a:buClr>
                <a:srgbClr val="C32C2C"/>
              </a:buClr>
              <a:buFont typeface="Wingdings"/>
              <a:buChar char=""/>
              <a:tabLst>
                <a:tab pos="268605" algn="l"/>
              </a:tabLst>
            </a:pPr>
            <a:r>
              <a:rPr sz="1800" spc="-10" dirty="0">
                <a:latin typeface="Times New Roman"/>
                <a:cs typeface="Times New Roman"/>
              </a:rPr>
              <a:t>DC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GEARED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MOTORS</a:t>
            </a:r>
            <a:endParaRPr sz="1800" dirty="0">
              <a:latin typeface="Times New Roman"/>
              <a:cs typeface="Times New Roman"/>
            </a:endParaRPr>
          </a:p>
          <a:p>
            <a:pPr marL="268605" indent="-255904">
              <a:lnSpc>
                <a:spcPct val="100000"/>
              </a:lnSpc>
              <a:spcBef>
                <a:spcPts val="1395"/>
              </a:spcBef>
              <a:buClr>
                <a:srgbClr val="C32C2C"/>
              </a:buClr>
              <a:buFont typeface="Wingdings"/>
              <a:buChar char=""/>
              <a:tabLst>
                <a:tab pos="268605" algn="l"/>
              </a:tabLst>
            </a:pPr>
            <a:r>
              <a:rPr sz="1800" spc="-35" dirty="0">
                <a:latin typeface="Times New Roman"/>
                <a:cs typeface="Times New Roman"/>
              </a:rPr>
              <a:t>MOTOR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DRIVE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(L293D)</a:t>
            </a:r>
            <a:endParaRPr sz="1800" dirty="0">
              <a:latin typeface="Times New Roman"/>
              <a:cs typeface="Times New Roman"/>
            </a:endParaRPr>
          </a:p>
          <a:p>
            <a:pPr marL="268605" indent="-255904">
              <a:lnSpc>
                <a:spcPct val="100000"/>
              </a:lnSpc>
              <a:spcBef>
                <a:spcPts val="1500"/>
              </a:spcBef>
              <a:buClr>
                <a:srgbClr val="C32C2C"/>
              </a:buClr>
              <a:buFont typeface="Wingdings"/>
              <a:buChar char=""/>
              <a:tabLst>
                <a:tab pos="268605" algn="l"/>
              </a:tabLst>
            </a:pPr>
            <a:r>
              <a:rPr sz="1800" spc="-110" dirty="0">
                <a:latin typeface="Times New Roman"/>
                <a:cs typeface="Times New Roman"/>
              </a:rPr>
              <a:t>VOLTAGE</a:t>
            </a:r>
            <a:r>
              <a:rPr sz="1800" spc="-2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REGULATOR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80260" y="2300604"/>
            <a:ext cx="2286000" cy="3886200"/>
          </a:xfrm>
          <a:custGeom>
            <a:avLst/>
            <a:gdLst/>
            <a:ahLst/>
            <a:cxnLst/>
            <a:rect l="l" t="t" r="r" b="b"/>
            <a:pathLst>
              <a:path w="2286000" h="3886200">
                <a:moveTo>
                  <a:pt x="0" y="3886200"/>
                </a:moveTo>
                <a:lnTo>
                  <a:pt x="2286000" y="3886200"/>
                </a:lnTo>
                <a:lnTo>
                  <a:pt x="2286000" y="0"/>
                </a:lnTo>
                <a:lnTo>
                  <a:pt x="0" y="0"/>
                </a:lnTo>
                <a:lnTo>
                  <a:pt x="0" y="3886200"/>
                </a:lnTo>
                <a:close/>
              </a:path>
            </a:pathLst>
          </a:custGeom>
          <a:ln w="19050">
            <a:solidFill>
              <a:srgbClr val="216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223256" y="2291343"/>
            <a:ext cx="1447800" cy="838200"/>
          </a:xfrm>
          <a:custGeom>
            <a:avLst/>
            <a:gdLst/>
            <a:ahLst/>
            <a:cxnLst/>
            <a:rect l="l" t="t" r="r" b="b"/>
            <a:pathLst>
              <a:path w="1447800" h="838200">
                <a:moveTo>
                  <a:pt x="0" y="838200"/>
                </a:moveTo>
                <a:lnTo>
                  <a:pt x="1447799" y="838200"/>
                </a:lnTo>
                <a:lnTo>
                  <a:pt x="1447799" y="0"/>
                </a:lnTo>
                <a:lnTo>
                  <a:pt x="0" y="0"/>
                </a:lnTo>
                <a:lnTo>
                  <a:pt x="0" y="838200"/>
                </a:lnTo>
                <a:close/>
              </a:path>
            </a:pathLst>
          </a:custGeom>
          <a:ln w="19050">
            <a:solidFill>
              <a:srgbClr val="216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261859" y="2224404"/>
            <a:ext cx="1143000" cy="457200"/>
          </a:xfrm>
          <a:custGeom>
            <a:avLst/>
            <a:gdLst/>
            <a:ahLst/>
            <a:cxnLst/>
            <a:rect l="l" t="t" r="r" b="b"/>
            <a:pathLst>
              <a:path w="1143000" h="457200">
                <a:moveTo>
                  <a:pt x="0" y="457200"/>
                </a:moveTo>
                <a:lnTo>
                  <a:pt x="1143000" y="457200"/>
                </a:lnTo>
                <a:lnTo>
                  <a:pt x="11430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ln w="19050">
            <a:solidFill>
              <a:srgbClr val="216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261859" y="2757804"/>
            <a:ext cx="1143000" cy="457200"/>
          </a:xfrm>
          <a:custGeom>
            <a:avLst/>
            <a:gdLst/>
            <a:ahLst/>
            <a:cxnLst/>
            <a:rect l="l" t="t" r="r" b="b"/>
            <a:pathLst>
              <a:path w="1143000" h="457200">
                <a:moveTo>
                  <a:pt x="0" y="457200"/>
                </a:moveTo>
                <a:lnTo>
                  <a:pt x="1143000" y="457200"/>
                </a:lnTo>
                <a:lnTo>
                  <a:pt x="11430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ln w="19050">
            <a:solidFill>
              <a:srgbClr val="216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204460" y="3367404"/>
            <a:ext cx="1981200" cy="838200"/>
          </a:xfrm>
          <a:custGeom>
            <a:avLst/>
            <a:gdLst/>
            <a:ahLst/>
            <a:cxnLst/>
            <a:rect l="l" t="t" r="r" b="b"/>
            <a:pathLst>
              <a:path w="1981200" h="838200">
                <a:moveTo>
                  <a:pt x="0" y="838200"/>
                </a:moveTo>
                <a:lnTo>
                  <a:pt x="1981199" y="838200"/>
                </a:lnTo>
                <a:lnTo>
                  <a:pt x="1981199" y="0"/>
                </a:lnTo>
                <a:lnTo>
                  <a:pt x="0" y="0"/>
                </a:lnTo>
                <a:lnTo>
                  <a:pt x="0" y="838200"/>
                </a:lnTo>
                <a:close/>
              </a:path>
            </a:pathLst>
          </a:custGeom>
          <a:ln w="19050">
            <a:solidFill>
              <a:srgbClr val="216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204460" y="4634759"/>
            <a:ext cx="2590800" cy="990070"/>
          </a:xfrm>
          <a:custGeom>
            <a:avLst/>
            <a:gdLst/>
            <a:ahLst/>
            <a:cxnLst/>
            <a:rect l="l" t="t" r="r" b="b"/>
            <a:pathLst>
              <a:path w="2590800" h="685800">
                <a:moveTo>
                  <a:pt x="0" y="685800"/>
                </a:moveTo>
                <a:lnTo>
                  <a:pt x="2590799" y="685800"/>
                </a:lnTo>
                <a:lnTo>
                  <a:pt x="2590799" y="0"/>
                </a:lnTo>
                <a:lnTo>
                  <a:pt x="0" y="0"/>
                </a:lnTo>
                <a:lnTo>
                  <a:pt x="0" y="685800"/>
                </a:lnTo>
                <a:close/>
              </a:path>
            </a:pathLst>
          </a:custGeom>
          <a:ln w="19050">
            <a:solidFill>
              <a:srgbClr val="216979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8" name="object 18"/>
          <p:cNvGrpSpPr/>
          <p:nvPr/>
        </p:nvGrpSpPr>
        <p:grpSpPr>
          <a:xfrm>
            <a:off x="4660899" y="5805804"/>
            <a:ext cx="2981960" cy="762000"/>
            <a:chOff x="4660899" y="5805804"/>
            <a:chExt cx="2981960" cy="762000"/>
          </a:xfrm>
        </p:grpSpPr>
        <p:sp>
          <p:nvSpPr>
            <p:cNvPr id="19" name="object 19"/>
            <p:cNvSpPr/>
            <p:nvPr/>
          </p:nvSpPr>
          <p:spPr>
            <a:xfrm>
              <a:off x="5204459" y="5805804"/>
              <a:ext cx="2438400" cy="762000"/>
            </a:xfrm>
            <a:custGeom>
              <a:avLst/>
              <a:gdLst/>
              <a:ahLst/>
              <a:cxnLst/>
              <a:rect l="l" t="t" r="r" b="b"/>
              <a:pathLst>
                <a:path w="2438400" h="762000">
                  <a:moveTo>
                    <a:pt x="0" y="762000"/>
                  </a:moveTo>
                  <a:lnTo>
                    <a:pt x="2438399" y="762000"/>
                  </a:lnTo>
                  <a:lnTo>
                    <a:pt x="2438399" y="0"/>
                  </a:lnTo>
                  <a:lnTo>
                    <a:pt x="0" y="0"/>
                  </a:lnTo>
                  <a:lnTo>
                    <a:pt x="0" y="762000"/>
                  </a:lnTo>
                  <a:close/>
                </a:path>
              </a:pathLst>
            </a:custGeom>
            <a:ln w="19050">
              <a:solidFill>
                <a:srgbClr val="21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660899" y="6082029"/>
              <a:ext cx="181610" cy="213995"/>
            </a:xfrm>
            <a:custGeom>
              <a:avLst/>
              <a:gdLst/>
              <a:ahLst/>
              <a:cxnLst/>
              <a:rect l="l" t="t" r="r" b="b"/>
              <a:pathLst>
                <a:path w="181610" h="213995">
                  <a:moveTo>
                    <a:pt x="181610" y="213995"/>
                  </a:moveTo>
                  <a:lnTo>
                    <a:pt x="0" y="121920"/>
                  </a:lnTo>
                  <a:lnTo>
                    <a:pt x="163829" y="0"/>
                  </a:lnTo>
                  <a:lnTo>
                    <a:pt x="181610" y="213995"/>
                  </a:lnTo>
                  <a:close/>
                </a:path>
              </a:pathLst>
            </a:custGeom>
            <a:ln w="19050">
              <a:solidFill>
                <a:srgbClr val="2169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822824" y="6185534"/>
              <a:ext cx="380365" cy="0"/>
            </a:xfrm>
            <a:custGeom>
              <a:avLst/>
              <a:gdLst/>
              <a:ahLst/>
              <a:cxnLst/>
              <a:rect l="l" t="t" r="r" b="b"/>
              <a:pathLst>
                <a:path w="380364">
                  <a:moveTo>
                    <a:pt x="0" y="0"/>
                  </a:moveTo>
                  <a:lnTo>
                    <a:pt x="380364" y="0"/>
                  </a:lnTo>
                </a:path>
              </a:pathLst>
            </a:custGeom>
            <a:ln w="9525">
              <a:solidFill>
                <a:srgbClr val="389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/>
          <p:nvPr/>
        </p:nvSpPr>
        <p:spPr>
          <a:xfrm>
            <a:off x="4899025" y="5347970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>
                <a:moveTo>
                  <a:pt x="304164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899025" y="6414134"/>
            <a:ext cx="304165" cy="0"/>
          </a:xfrm>
          <a:custGeom>
            <a:avLst/>
            <a:gdLst/>
            <a:ahLst/>
            <a:cxnLst/>
            <a:rect l="l" t="t" r="r" b="b"/>
            <a:pathLst>
              <a:path w="304164">
                <a:moveTo>
                  <a:pt x="304164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899025" y="5347970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152399"/>
                </a:moveTo>
                <a:lnTo>
                  <a:pt x="0" y="0"/>
                </a:lnTo>
              </a:path>
            </a:pathLst>
          </a:custGeom>
          <a:ln w="9525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899025" y="6414134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152399"/>
                </a:moveTo>
                <a:lnTo>
                  <a:pt x="0" y="0"/>
                </a:lnTo>
              </a:path>
            </a:pathLst>
          </a:custGeom>
          <a:ln w="9525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660390" y="1690370"/>
            <a:ext cx="0" cy="609600"/>
          </a:xfrm>
          <a:custGeom>
            <a:avLst/>
            <a:gdLst/>
            <a:ahLst/>
            <a:cxnLst/>
            <a:rect l="l" t="t" r="r" b="b"/>
            <a:pathLst>
              <a:path h="609600">
                <a:moveTo>
                  <a:pt x="0" y="0"/>
                </a:moveTo>
                <a:lnTo>
                  <a:pt x="0" y="609600"/>
                </a:lnTo>
              </a:path>
            </a:pathLst>
          </a:custGeom>
          <a:ln w="9525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193790" y="1690370"/>
            <a:ext cx="0" cy="609600"/>
          </a:xfrm>
          <a:custGeom>
            <a:avLst/>
            <a:gdLst/>
            <a:ahLst/>
            <a:cxnLst/>
            <a:rect l="l" t="t" r="r" b="b"/>
            <a:pathLst>
              <a:path h="609600">
                <a:moveTo>
                  <a:pt x="0" y="0"/>
                </a:moveTo>
                <a:lnTo>
                  <a:pt x="0" y="609600"/>
                </a:lnTo>
              </a:path>
            </a:pathLst>
          </a:custGeom>
          <a:ln w="9525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203190" y="1690370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7200" y="0"/>
                </a:lnTo>
              </a:path>
            </a:pathLst>
          </a:custGeom>
          <a:ln w="9525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193790" y="1690370"/>
            <a:ext cx="457834" cy="0"/>
          </a:xfrm>
          <a:custGeom>
            <a:avLst/>
            <a:gdLst/>
            <a:ahLst/>
            <a:cxnLst/>
            <a:rect l="l" t="t" r="r" b="b"/>
            <a:pathLst>
              <a:path w="457834">
                <a:moveTo>
                  <a:pt x="0" y="0"/>
                </a:moveTo>
                <a:lnTo>
                  <a:pt x="457835" y="0"/>
                </a:lnTo>
              </a:path>
            </a:pathLst>
          </a:custGeom>
          <a:ln w="9525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203190" y="1080769"/>
            <a:ext cx="0" cy="609600"/>
          </a:xfrm>
          <a:custGeom>
            <a:avLst/>
            <a:gdLst/>
            <a:ahLst/>
            <a:cxnLst/>
            <a:rect l="l" t="t" r="r" b="b"/>
            <a:pathLst>
              <a:path h="609600">
                <a:moveTo>
                  <a:pt x="0" y="0"/>
                </a:moveTo>
                <a:lnTo>
                  <a:pt x="0" y="609600"/>
                </a:lnTo>
              </a:path>
            </a:pathLst>
          </a:custGeom>
          <a:ln w="9525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651625" y="1080769"/>
            <a:ext cx="0" cy="609600"/>
          </a:xfrm>
          <a:custGeom>
            <a:avLst/>
            <a:gdLst/>
            <a:ahLst/>
            <a:cxnLst/>
            <a:rect l="l" t="t" r="r" b="b"/>
            <a:pathLst>
              <a:path h="609600">
                <a:moveTo>
                  <a:pt x="0" y="0"/>
                </a:moveTo>
                <a:lnTo>
                  <a:pt x="0" y="609600"/>
                </a:lnTo>
              </a:path>
            </a:pathLst>
          </a:custGeom>
          <a:ln w="9525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203190" y="1080769"/>
            <a:ext cx="609600" cy="0"/>
          </a:xfrm>
          <a:custGeom>
            <a:avLst/>
            <a:gdLst/>
            <a:ahLst/>
            <a:cxnLst/>
            <a:rect l="l" t="t" r="r" b="b"/>
            <a:pathLst>
              <a:path w="609600">
                <a:moveTo>
                  <a:pt x="0" y="0"/>
                </a:moveTo>
                <a:lnTo>
                  <a:pt x="609600" y="0"/>
                </a:lnTo>
              </a:path>
            </a:pathLst>
          </a:custGeom>
          <a:ln w="9525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888990" y="1080769"/>
            <a:ext cx="762635" cy="0"/>
          </a:xfrm>
          <a:custGeom>
            <a:avLst/>
            <a:gdLst/>
            <a:ahLst/>
            <a:cxnLst/>
            <a:rect l="l" t="t" r="r" b="b"/>
            <a:pathLst>
              <a:path w="762634">
                <a:moveTo>
                  <a:pt x="0" y="0"/>
                </a:moveTo>
                <a:lnTo>
                  <a:pt x="762635" y="0"/>
                </a:lnTo>
              </a:path>
            </a:pathLst>
          </a:custGeom>
          <a:ln w="9525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812790" y="928369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ln w="9525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888990" y="1004569"/>
            <a:ext cx="0" cy="152400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ln w="9525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393825" y="2985135"/>
            <a:ext cx="685800" cy="610235"/>
          </a:xfrm>
          <a:custGeom>
            <a:avLst/>
            <a:gdLst/>
            <a:ahLst/>
            <a:cxnLst/>
            <a:rect l="l" t="t" r="r" b="b"/>
            <a:pathLst>
              <a:path w="685800" h="610235">
                <a:moveTo>
                  <a:pt x="0" y="0"/>
                </a:moveTo>
                <a:lnTo>
                  <a:pt x="0" y="610235"/>
                </a:lnTo>
              </a:path>
              <a:path w="685800" h="610235">
                <a:moveTo>
                  <a:pt x="0" y="0"/>
                </a:moveTo>
                <a:lnTo>
                  <a:pt x="685800" y="0"/>
                </a:lnTo>
              </a:path>
            </a:pathLst>
          </a:custGeom>
          <a:ln w="9525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289685" y="1979464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>
                <a:moveTo>
                  <a:pt x="0" y="0"/>
                </a:moveTo>
                <a:lnTo>
                  <a:pt x="304800" y="0"/>
                </a:lnTo>
              </a:path>
            </a:pathLst>
          </a:custGeom>
          <a:ln w="9525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213485" y="3609340"/>
            <a:ext cx="381000" cy="0"/>
          </a:xfrm>
          <a:custGeom>
            <a:avLst/>
            <a:gdLst/>
            <a:ahLst/>
            <a:cxnLst/>
            <a:rect l="l" t="t" r="r" b="b"/>
            <a:pathLst>
              <a:path w="381000">
                <a:moveTo>
                  <a:pt x="0" y="0"/>
                </a:moveTo>
                <a:lnTo>
                  <a:pt x="381000" y="0"/>
                </a:lnTo>
              </a:path>
            </a:pathLst>
          </a:custGeom>
          <a:ln w="9525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289685" y="3671570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9525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365885" y="3747770"/>
            <a:ext cx="76200" cy="0"/>
          </a:xfrm>
          <a:custGeom>
            <a:avLst/>
            <a:gdLst/>
            <a:ahLst/>
            <a:cxnLst/>
            <a:rect l="l" t="t" r="r" b="b"/>
            <a:pathLst>
              <a:path w="76200">
                <a:moveTo>
                  <a:pt x="0" y="0"/>
                </a:moveTo>
                <a:lnTo>
                  <a:pt x="76200" y="0"/>
                </a:lnTo>
              </a:path>
            </a:pathLst>
          </a:custGeom>
          <a:ln w="9525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724400" y="5500370"/>
            <a:ext cx="380365" cy="0"/>
          </a:xfrm>
          <a:custGeom>
            <a:avLst/>
            <a:gdLst/>
            <a:ahLst/>
            <a:cxnLst/>
            <a:rect l="l" t="t" r="r" b="b"/>
            <a:pathLst>
              <a:path w="380364">
                <a:moveTo>
                  <a:pt x="0" y="0"/>
                </a:moveTo>
                <a:lnTo>
                  <a:pt x="380364" y="0"/>
                </a:lnTo>
              </a:path>
            </a:pathLst>
          </a:custGeom>
          <a:ln w="9525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876800" y="5624829"/>
            <a:ext cx="75565" cy="0"/>
          </a:xfrm>
          <a:custGeom>
            <a:avLst/>
            <a:gdLst/>
            <a:ahLst/>
            <a:cxnLst/>
            <a:rect l="l" t="t" r="r" b="b"/>
            <a:pathLst>
              <a:path w="75564">
                <a:moveTo>
                  <a:pt x="0" y="0"/>
                </a:moveTo>
                <a:lnTo>
                  <a:pt x="75564" y="0"/>
                </a:lnTo>
              </a:path>
            </a:pathLst>
          </a:custGeom>
          <a:ln w="9525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704715" y="6580505"/>
            <a:ext cx="381000" cy="0"/>
          </a:xfrm>
          <a:custGeom>
            <a:avLst/>
            <a:gdLst/>
            <a:ahLst/>
            <a:cxnLst/>
            <a:rect l="l" t="t" r="r" b="b"/>
            <a:pathLst>
              <a:path w="381000">
                <a:moveTo>
                  <a:pt x="0" y="0"/>
                </a:moveTo>
                <a:lnTo>
                  <a:pt x="381000" y="0"/>
                </a:lnTo>
              </a:path>
            </a:pathLst>
          </a:custGeom>
          <a:ln w="9525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372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100"/>
              </a:spcBef>
            </a:pPr>
            <a:r>
              <a:rPr sz="2000" spc="-10" dirty="0"/>
              <a:t>CIRCUIT</a:t>
            </a:r>
            <a:r>
              <a:rPr sz="2000" spc="30" dirty="0"/>
              <a:t> </a:t>
            </a:r>
            <a:r>
              <a:rPr sz="2000" spc="-10" dirty="0"/>
              <a:t>DIAGRAM</a:t>
            </a:r>
            <a:endParaRPr sz="2000" dirty="0"/>
          </a:p>
        </p:txBody>
      </p:sp>
      <p:sp>
        <p:nvSpPr>
          <p:cNvPr id="52" name="object 52"/>
          <p:cNvSpPr txBox="1"/>
          <p:nvPr/>
        </p:nvSpPr>
        <p:spPr>
          <a:xfrm>
            <a:off x="5698363" y="805052"/>
            <a:ext cx="13100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51460" algn="l"/>
                <a:tab pos="441959" algn="l"/>
              </a:tabLst>
            </a:pPr>
            <a:r>
              <a:rPr sz="1200" spc="-50" dirty="0">
                <a:latin typeface="Times New Roman"/>
                <a:cs typeface="Times New Roman"/>
              </a:rPr>
              <a:t>+</a:t>
            </a:r>
            <a:r>
              <a:rPr sz="1200" dirty="0">
                <a:latin typeface="Times New Roman"/>
                <a:cs typeface="Times New Roman"/>
              </a:rPr>
              <a:t>	</a:t>
            </a:r>
            <a:r>
              <a:rPr sz="1400" spc="-50" dirty="0">
                <a:latin typeface="Times New Roman"/>
                <a:cs typeface="Times New Roman"/>
              </a:rPr>
              <a:t>-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-10" dirty="0">
                <a:latin typeface="Times New Roman"/>
                <a:cs typeface="Times New Roman"/>
              </a:rPr>
              <a:t>12V</a:t>
            </a:r>
            <a:r>
              <a:rPr sz="1400" spc="-9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Battery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294635" y="2427223"/>
            <a:ext cx="3492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Vin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294635" y="2928365"/>
            <a:ext cx="4514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Gnd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469382" y="2644520"/>
            <a:ext cx="9639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imes New Roman"/>
                <a:cs typeface="Times New Roman"/>
              </a:rPr>
              <a:t>MOTOR</a:t>
            </a:r>
            <a:r>
              <a:rPr sz="1000" spc="-5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DRIVER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079240" y="2280056"/>
            <a:ext cx="181610" cy="946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715" algn="just">
              <a:lnSpc>
                <a:spcPct val="151000"/>
              </a:lnSpc>
              <a:spcBef>
                <a:spcPts val="100"/>
              </a:spcBef>
            </a:pPr>
            <a:r>
              <a:rPr sz="1000" spc="-40" dirty="0">
                <a:latin typeface="Times New Roman"/>
                <a:cs typeface="Times New Roman"/>
              </a:rPr>
              <a:t>D7 </a:t>
            </a:r>
            <a:r>
              <a:rPr sz="1000" spc="-25" dirty="0">
                <a:latin typeface="Times New Roman"/>
                <a:cs typeface="Times New Roman"/>
              </a:rPr>
              <a:t>D8 D3 D5</a:t>
            </a:r>
            <a:endParaRPr sz="1000" dirty="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414386" y="2413507"/>
            <a:ext cx="5702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40" dirty="0">
                <a:latin typeface="Times New Roman"/>
                <a:cs typeface="Times New Roman"/>
              </a:rPr>
              <a:t>MOTOR-</a:t>
            </a:r>
            <a:r>
              <a:rPr sz="1000" spc="-50" dirty="0">
                <a:latin typeface="Times New Roman"/>
                <a:cs typeface="Times New Roman"/>
              </a:rPr>
              <a:t>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437246" y="2876549"/>
            <a:ext cx="5702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40" dirty="0">
                <a:latin typeface="Times New Roman"/>
                <a:cs typeface="Times New Roman"/>
              </a:rPr>
              <a:t>MOTOR-</a:t>
            </a:r>
            <a:r>
              <a:rPr sz="1000" spc="-50" dirty="0">
                <a:latin typeface="Times New Roman"/>
                <a:cs typeface="Times New Roman"/>
              </a:rPr>
              <a:t>2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222044" y="3713479"/>
            <a:ext cx="4514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 MT"/>
                <a:cs typeface="Arial MT"/>
              </a:rPr>
              <a:t>Gnd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472176" y="3562350"/>
            <a:ext cx="13442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imes New Roman"/>
                <a:cs typeface="Times New Roman"/>
              </a:rPr>
              <a:t>ULTRA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SONIC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SENSOR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248402" y="4706873"/>
            <a:ext cx="279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Times New Roman"/>
                <a:cs typeface="Times New Roman"/>
              </a:rPr>
              <a:t>VCC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173473" y="4807356"/>
            <a:ext cx="1790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">
              <a:lnSpc>
                <a:spcPct val="150000"/>
              </a:lnSpc>
              <a:spcBef>
                <a:spcPts val="100"/>
              </a:spcBef>
            </a:pPr>
            <a:r>
              <a:rPr sz="1000" spc="-45" dirty="0">
                <a:latin typeface="Times New Roman"/>
                <a:cs typeface="Times New Roman"/>
              </a:rPr>
              <a:t>D2 </a:t>
            </a:r>
            <a:r>
              <a:rPr sz="1000" spc="-35" dirty="0">
                <a:latin typeface="Times New Roman"/>
                <a:cs typeface="Times New Roman"/>
              </a:rPr>
              <a:t>D1</a:t>
            </a:r>
            <a:endParaRPr sz="1000" dirty="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48402" y="4884165"/>
            <a:ext cx="2724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Times New Roman"/>
                <a:cs typeface="Times New Roman"/>
              </a:rPr>
              <a:t>SDA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278882" y="5112765"/>
            <a:ext cx="2508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Times New Roman"/>
                <a:cs typeface="Times New Roman"/>
              </a:rPr>
              <a:t>SCL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891276" y="5164073"/>
            <a:ext cx="1042924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16</a:t>
            </a:r>
            <a:r>
              <a:rPr sz="1000" spc="-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X</a:t>
            </a:r>
            <a:r>
              <a:rPr sz="1000" spc="-5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2</a:t>
            </a:r>
            <a:r>
              <a:rPr sz="1000" spc="-4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LCD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4791202" y="5392927"/>
            <a:ext cx="7835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3060" algn="l"/>
                <a:tab pos="505459" algn="l"/>
              </a:tabLst>
            </a:pPr>
            <a:r>
              <a:rPr sz="1000" u="sng" dirty="0">
                <a:uFill>
                  <a:solidFill>
                    <a:srgbClr val="3891A7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000" dirty="0">
                <a:latin typeface="Times New Roman"/>
                <a:cs typeface="Times New Roman"/>
              </a:rPr>
              <a:t>	</a:t>
            </a:r>
            <a:r>
              <a:rPr sz="1000" spc="-25" dirty="0">
                <a:latin typeface="Times New Roman"/>
                <a:cs typeface="Times New Roman"/>
              </a:rPr>
              <a:t>GND</a:t>
            </a:r>
            <a:endParaRPr sz="1000" dirty="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173473" y="5858357"/>
            <a:ext cx="1714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Times New Roman"/>
                <a:cs typeface="Times New Roman"/>
              </a:rPr>
              <a:t>A0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922009" y="6079337"/>
            <a:ext cx="7473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imes New Roman"/>
                <a:cs typeface="Times New Roman"/>
              </a:rPr>
              <a:t>Metal</a:t>
            </a:r>
            <a:r>
              <a:rPr sz="1000" spc="-6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detector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5312155" y="6002223"/>
            <a:ext cx="279400" cy="4826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spc="-25" dirty="0">
                <a:latin typeface="Times New Roman"/>
                <a:cs typeface="Times New Roman"/>
              </a:rPr>
              <a:t>VCC</a:t>
            </a:r>
            <a:endParaRPr sz="10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600"/>
              </a:spcBef>
            </a:pPr>
            <a:r>
              <a:rPr sz="1000" spc="-25" dirty="0">
                <a:latin typeface="Times New Roman"/>
                <a:cs typeface="Times New Roman"/>
              </a:rPr>
              <a:t>Gnd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1000125" y="5072379"/>
            <a:ext cx="714375" cy="571500"/>
          </a:xfrm>
          <a:custGeom>
            <a:avLst/>
            <a:gdLst/>
            <a:ahLst/>
            <a:cxnLst/>
            <a:rect l="l" t="t" r="r" b="b"/>
            <a:pathLst>
              <a:path w="714375" h="571500">
                <a:moveTo>
                  <a:pt x="714375" y="0"/>
                </a:moveTo>
                <a:lnTo>
                  <a:pt x="0" y="0"/>
                </a:lnTo>
                <a:lnTo>
                  <a:pt x="0" y="571500"/>
                </a:lnTo>
                <a:lnTo>
                  <a:pt x="714375" y="571500"/>
                </a:lnTo>
                <a:lnTo>
                  <a:pt x="7143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1000125" y="5072379"/>
            <a:ext cx="714375" cy="571500"/>
          </a:xfrm>
          <a:prstGeom prst="rect">
            <a:avLst/>
          </a:prstGeom>
          <a:ln w="25400">
            <a:solidFill>
              <a:srgbClr val="3891A7"/>
            </a:solidFill>
          </a:ln>
        </p:spPr>
        <p:txBody>
          <a:bodyPr vert="horz" wrap="square" lIns="0" tIns="97790" rIns="0" bIns="0" rtlCol="0">
            <a:spAutoFit/>
          </a:bodyPr>
          <a:lstStyle/>
          <a:p>
            <a:pPr marL="117475" marR="123825" indent="54610">
              <a:lnSpc>
                <a:spcPts val="1400"/>
              </a:lnSpc>
              <a:spcBef>
                <a:spcPts val="770"/>
              </a:spcBef>
            </a:pPr>
            <a:r>
              <a:rPr sz="1200" spc="-10" dirty="0">
                <a:latin typeface="Times New Roman"/>
                <a:cs typeface="Times New Roman"/>
              </a:rPr>
              <a:t>Smart </a:t>
            </a:r>
            <a:r>
              <a:rPr sz="1200" spc="-30" dirty="0">
                <a:latin typeface="Times New Roman"/>
                <a:cs typeface="Times New Roman"/>
              </a:rPr>
              <a:t>Camera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xmlns="" id="{8A5A3559-55E0-C6C1-78CD-4E3FC2AC67A7}"/>
              </a:ext>
            </a:extLst>
          </p:cNvPr>
          <p:cNvCxnSpPr>
            <a:cxnSpLocks/>
          </p:cNvCxnSpPr>
          <p:nvPr/>
        </p:nvCxnSpPr>
        <p:spPr>
          <a:xfrm>
            <a:off x="1442085" y="1979464"/>
            <a:ext cx="19502" cy="733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xmlns="" id="{02704E6E-27BD-9396-36F4-4F608FA56F58}"/>
              </a:ext>
            </a:extLst>
          </p:cNvPr>
          <p:cNvCxnSpPr>
            <a:cxnSpLocks/>
          </p:cNvCxnSpPr>
          <p:nvPr/>
        </p:nvCxnSpPr>
        <p:spPr>
          <a:xfrm>
            <a:off x="1469134" y="2671283"/>
            <a:ext cx="629922" cy="13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xmlns="" id="{1D21BCDC-6B2E-6133-CA08-FA147DC40966}"/>
              </a:ext>
            </a:extLst>
          </p:cNvPr>
          <p:cNvCxnSpPr>
            <a:cxnSpLocks/>
          </p:cNvCxnSpPr>
          <p:nvPr/>
        </p:nvCxnSpPr>
        <p:spPr>
          <a:xfrm>
            <a:off x="4352543" y="2640138"/>
            <a:ext cx="895859" cy="4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xmlns="" id="{DBD55D41-EDFF-1FDD-4214-B85688503411}"/>
              </a:ext>
            </a:extLst>
          </p:cNvPr>
          <p:cNvCxnSpPr>
            <a:cxnSpLocks/>
          </p:cNvCxnSpPr>
          <p:nvPr/>
        </p:nvCxnSpPr>
        <p:spPr>
          <a:xfrm flipV="1">
            <a:off x="4352163" y="2876422"/>
            <a:ext cx="896239" cy="24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xmlns="" id="{080BD0A9-1D6B-4226-64B8-561BA015257D}"/>
              </a:ext>
            </a:extLst>
          </p:cNvPr>
          <p:cNvCxnSpPr>
            <a:cxnSpLocks/>
          </p:cNvCxnSpPr>
          <p:nvPr/>
        </p:nvCxnSpPr>
        <p:spPr>
          <a:xfrm flipV="1">
            <a:off x="4365625" y="3048752"/>
            <a:ext cx="882777" cy="20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xmlns="" id="{209EF026-0A71-83E9-8C93-11A6E3444A75}"/>
              </a:ext>
            </a:extLst>
          </p:cNvPr>
          <p:cNvCxnSpPr>
            <a:cxnSpLocks/>
          </p:cNvCxnSpPr>
          <p:nvPr/>
        </p:nvCxnSpPr>
        <p:spPr>
          <a:xfrm>
            <a:off x="4352163" y="2427223"/>
            <a:ext cx="8962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xmlns="" id="{5567323A-FD88-1605-8D2B-6C395F9B6141}"/>
              </a:ext>
            </a:extLst>
          </p:cNvPr>
          <p:cNvCxnSpPr>
            <a:cxnSpLocks/>
          </p:cNvCxnSpPr>
          <p:nvPr/>
        </p:nvCxnSpPr>
        <p:spPr>
          <a:xfrm>
            <a:off x="6669404" y="2427223"/>
            <a:ext cx="5918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xmlns="" id="{F73BC49B-211A-CD65-0C38-C86D29675018}"/>
              </a:ext>
            </a:extLst>
          </p:cNvPr>
          <p:cNvCxnSpPr>
            <a:cxnSpLocks/>
          </p:cNvCxnSpPr>
          <p:nvPr/>
        </p:nvCxnSpPr>
        <p:spPr>
          <a:xfrm>
            <a:off x="6669404" y="2591307"/>
            <a:ext cx="5918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xmlns="" id="{47CC9D2C-1E8E-01FD-927F-8545CB536D6E}"/>
              </a:ext>
            </a:extLst>
          </p:cNvPr>
          <p:cNvCxnSpPr>
            <a:cxnSpLocks/>
          </p:cNvCxnSpPr>
          <p:nvPr/>
        </p:nvCxnSpPr>
        <p:spPr>
          <a:xfrm flipV="1">
            <a:off x="6669404" y="2822320"/>
            <a:ext cx="591821" cy="11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xmlns="" id="{E6D5384B-DB4D-8DF3-EAB8-287DF7055CA3}"/>
              </a:ext>
            </a:extLst>
          </p:cNvPr>
          <p:cNvCxnSpPr>
            <a:cxnSpLocks/>
          </p:cNvCxnSpPr>
          <p:nvPr/>
        </p:nvCxnSpPr>
        <p:spPr>
          <a:xfrm>
            <a:off x="6647371" y="2986404"/>
            <a:ext cx="6138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xmlns="" id="{06FD8FB8-9421-A1C2-9C2D-B18352263F58}"/>
              </a:ext>
            </a:extLst>
          </p:cNvPr>
          <p:cNvCxnSpPr>
            <a:cxnSpLocks/>
          </p:cNvCxnSpPr>
          <p:nvPr/>
        </p:nvCxnSpPr>
        <p:spPr>
          <a:xfrm flipH="1">
            <a:off x="4344923" y="3625550"/>
            <a:ext cx="8582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xmlns="" id="{FE51C43E-EA4D-5C05-A798-C7DCAC6446CB}"/>
              </a:ext>
            </a:extLst>
          </p:cNvPr>
          <p:cNvCxnSpPr>
            <a:cxnSpLocks/>
          </p:cNvCxnSpPr>
          <p:nvPr/>
        </p:nvCxnSpPr>
        <p:spPr>
          <a:xfrm flipH="1">
            <a:off x="4365625" y="3998296"/>
            <a:ext cx="8173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xmlns="" id="{54E60FF5-0CDB-0829-1DD7-074188EB86D8}"/>
              </a:ext>
            </a:extLst>
          </p:cNvPr>
          <p:cNvCxnSpPr>
            <a:cxnSpLocks/>
          </p:cNvCxnSpPr>
          <p:nvPr/>
        </p:nvCxnSpPr>
        <p:spPr>
          <a:xfrm>
            <a:off x="4385817" y="4938395"/>
            <a:ext cx="817372" cy="28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xmlns="" id="{4105A9CC-C2C0-CA30-A5FE-99C513A76038}"/>
              </a:ext>
            </a:extLst>
          </p:cNvPr>
          <p:cNvCxnSpPr>
            <a:cxnSpLocks/>
          </p:cNvCxnSpPr>
          <p:nvPr/>
        </p:nvCxnSpPr>
        <p:spPr>
          <a:xfrm>
            <a:off x="4344923" y="5179649"/>
            <a:ext cx="858266" cy="6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xmlns="" id="{6AA895DE-BC82-822B-6EF7-09AB6690520B}"/>
              </a:ext>
            </a:extLst>
          </p:cNvPr>
          <p:cNvCxnSpPr>
            <a:cxnSpLocks/>
          </p:cNvCxnSpPr>
          <p:nvPr/>
        </p:nvCxnSpPr>
        <p:spPr>
          <a:xfrm flipH="1" flipV="1">
            <a:off x="4876800" y="4750887"/>
            <a:ext cx="306197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xmlns="" id="{5E88E779-6931-619F-23C1-C7F5DC5675D9}"/>
              </a:ext>
            </a:extLst>
          </p:cNvPr>
          <p:cNvCxnSpPr>
            <a:cxnSpLocks/>
          </p:cNvCxnSpPr>
          <p:nvPr/>
        </p:nvCxnSpPr>
        <p:spPr>
          <a:xfrm>
            <a:off x="4876800" y="4524270"/>
            <a:ext cx="0" cy="2266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xmlns="" id="{FFE7F6F7-0DBB-E1AD-B7C8-949E2CD9F366}"/>
              </a:ext>
            </a:extLst>
          </p:cNvPr>
          <p:cNvCxnSpPr>
            <a:cxnSpLocks/>
          </p:cNvCxnSpPr>
          <p:nvPr/>
        </p:nvCxnSpPr>
        <p:spPr>
          <a:xfrm flipV="1">
            <a:off x="4704715" y="4506551"/>
            <a:ext cx="400050" cy="71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xmlns="" id="{8C86389C-4905-B1AF-EA46-434B21BF7381}"/>
              </a:ext>
            </a:extLst>
          </p:cNvPr>
          <p:cNvCxnSpPr>
            <a:cxnSpLocks/>
            <a:endCxn id="69" idx="3"/>
          </p:cNvCxnSpPr>
          <p:nvPr/>
        </p:nvCxnSpPr>
        <p:spPr>
          <a:xfrm flipH="1" flipV="1">
            <a:off x="4344923" y="5947257"/>
            <a:ext cx="858266" cy="6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xmlns="" id="{55DB5321-ABD0-7E75-82C0-5F3F3017EAC9}"/>
              </a:ext>
            </a:extLst>
          </p:cNvPr>
          <p:cNvCxnSpPr>
            <a:cxnSpLocks/>
            <a:stCxn id="73" idx="3"/>
          </p:cNvCxnSpPr>
          <p:nvPr/>
        </p:nvCxnSpPr>
        <p:spPr>
          <a:xfrm>
            <a:off x="1714500" y="5358129"/>
            <a:ext cx="3651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D44D73E-EEAD-8D19-7EA1-3493C2FE6E79}"/>
              </a:ext>
            </a:extLst>
          </p:cNvPr>
          <p:cNvSpPr txBox="1"/>
          <p:nvPr/>
        </p:nvSpPr>
        <p:spPr>
          <a:xfrm>
            <a:off x="3939541" y="3479092"/>
            <a:ext cx="37033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D6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26EA3D1-1DA0-46D4-752C-7ECAE39F9D3F}"/>
              </a:ext>
            </a:extLst>
          </p:cNvPr>
          <p:cNvSpPr txBox="1"/>
          <p:nvPr/>
        </p:nvSpPr>
        <p:spPr>
          <a:xfrm>
            <a:off x="3939541" y="3857602"/>
            <a:ext cx="6621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D4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E63BD162-A76A-0752-9985-80CEDE9B2EC3}"/>
              </a:ext>
            </a:extLst>
          </p:cNvPr>
          <p:cNvSpPr txBox="1"/>
          <p:nvPr/>
        </p:nvSpPr>
        <p:spPr>
          <a:xfrm>
            <a:off x="2099057" y="5139313"/>
            <a:ext cx="748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VCC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E81554D4-6231-4F5B-511F-8871E73551FC}"/>
              </a:ext>
            </a:extLst>
          </p:cNvPr>
          <p:cNvSpPr txBox="1"/>
          <p:nvPr/>
        </p:nvSpPr>
        <p:spPr>
          <a:xfrm>
            <a:off x="2746119" y="3857602"/>
            <a:ext cx="957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NODE  MCU              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F24F585D-4E74-75E4-4EA9-D9BE6C07822F}"/>
              </a:ext>
            </a:extLst>
          </p:cNvPr>
          <p:cNvSpPr txBox="1"/>
          <p:nvPr/>
        </p:nvSpPr>
        <p:spPr>
          <a:xfrm>
            <a:off x="1241546" y="1690369"/>
            <a:ext cx="591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5V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ADVANTAGES</a:t>
            </a:r>
            <a:r>
              <a:rPr spc="-20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PROPOSED</a:t>
            </a:r>
            <a:r>
              <a:rPr spc="-50" dirty="0"/>
              <a:t> </a:t>
            </a:r>
            <a:r>
              <a:rPr spc="-10" dirty="0"/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7546" y="974191"/>
            <a:ext cx="3414395" cy="332422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81940" indent="-255904">
              <a:lnSpc>
                <a:spcPct val="100000"/>
              </a:lnSpc>
              <a:spcBef>
                <a:spcPts val="900"/>
              </a:spcBef>
              <a:buClr>
                <a:srgbClr val="C32C2C"/>
              </a:buClr>
              <a:buFont typeface="Wingdings"/>
              <a:buChar char=""/>
              <a:tabLst>
                <a:tab pos="281940" algn="l"/>
              </a:tabLst>
            </a:pPr>
            <a:r>
              <a:rPr sz="2000" dirty="0">
                <a:latin typeface="Times New Roman"/>
                <a:cs typeface="Times New Roman"/>
              </a:rPr>
              <a:t>IOT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robot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Controlling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255904" indent="-243204">
              <a:lnSpc>
                <a:spcPct val="100000"/>
              </a:lnSpc>
              <a:spcBef>
                <a:spcPts val="805"/>
              </a:spcBef>
              <a:buClr>
                <a:srgbClr val="C32C2C"/>
              </a:buClr>
              <a:buFont typeface="Wingdings"/>
              <a:buChar char=""/>
              <a:tabLst>
                <a:tab pos="255904" algn="l"/>
              </a:tabLst>
            </a:pPr>
            <a:r>
              <a:rPr sz="2000" dirty="0">
                <a:latin typeface="Times New Roman"/>
                <a:cs typeface="Times New Roman"/>
              </a:rPr>
              <a:t>High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definition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camera.</a:t>
            </a:r>
            <a:endParaRPr sz="2000">
              <a:latin typeface="Times New Roman"/>
              <a:cs typeface="Times New Roman"/>
            </a:endParaRPr>
          </a:p>
          <a:p>
            <a:pPr marL="281940" indent="-255904">
              <a:lnSpc>
                <a:spcPct val="100000"/>
              </a:lnSpc>
              <a:spcBef>
                <a:spcPts val="360"/>
              </a:spcBef>
              <a:buClr>
                <a:srgbClr val="C32C2C"/>
              </a:buClr>
              <a:buFont typeface="Wingdings"/>
              <a:buChar char=""/>
              <a:tabLst>
                <a:tab pos="281940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user-</a:t>
            </a:r>
            <a:r>
              <a:rPr sz="2000" spc="-10" dirty="0">
                <a:latin typeface="Times New Roman"/>
                <a:cs typeface="Times New Roman"/>
              </a:rPr>
              <a:t>friendly.</a:t>
            </a:r>
            <a:endParaRPr sz="2000">
              <a:latin typeface="Times New Roman"/>
              <a:cs typeface="Times New Roman"/>
            </a:endParaRPr>
          </a:p>
          <a:p>
            <a:pPr marL="281940" indent="-255904">
              <a:lnSpc>
                <a:spcPct val="100000"/>
              </a:lnSpc>
              <a:spcBef>
                <a:spcPts val="5"/>
              </a:spcBef>
              <a:buClr>
                <a:srgbClr val="C32C2C"/>
              </a:buClr>
              <a:buFont typeface="Wingdings"/>
              <a:buChar char=""/>
              <a:tabLst>
                <a:tab pos="281940" algn="l"/>
              </a:tabLst>
            </a:pPr>
            <a:r>
              <a:rPr sz="2000" spc="-55" dirty="0">
                <a:latin typeface="Times New Roman"/>
                <a:cs typeface="Times New Roman"/>
              </a:rPr>
              <a:t>Voice</a:t>
            </a:r>
            <a:r>
              <a:rPr sz="2000" spc="-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recording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transmission.</a:t>
            </a:r>
            <a:endParaRPr sz="2000">
              <a:latin typeface="Times New Roman"/>
              <a:cs typeface="Times New Roman"/>
            </a:endParaRPr>
          </a:p>
          <a:p>
            <a:pPr marL="281940" indent="-255904">
              <a:lnSpc>
                <a:spcPct val="100000"/>
              </a:lnSpc>
              <a:buClr>
                <a:srgbClr val="C32C2C"/>
              </a:buClr>
              <a:buFont typeface="Wingdings"/>
              <a:buChar char=""/>
              <a:tabLst>
                <a:tab pos="281940" algn="l"/>
              </a:tabLst>
            </a:pPr>
            <a:r>
              <a:rPr sz="2000" spc="-30" dirty="0">
                <a:latin typeface="Times New Roman"/>
                <a:cs typeface="Times New Roman"/>
              </a:rPr>
              <a:t>Video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recording.</a:t>
            </a:r>
            <a:endParaRPr sz="2000">
              <a:latin typeface="Times New Roman"/>
              <a:cs typeface="Times New Roman"/>
            </a:endParaRPr>
          </a:p>
          <a:p>
            <a:pPr marL="281940" indent="-255904">
              <a:lnSpc>
                <a:spcPct val="100000"/>
              </a:lnSpc>
              <a:buClr>
                <a:srgbClr val="C32C2C"/>
              </a:buClr>
              <a:buFont typeface="Wingdings"/>
              <a:buChar char=""/>
              <a:tabLst>
                <a:tab pos="281940" algn="l"/>
              </a:tabLst>
            </a:pPr>
            <a:r>
              <a:rPr sz="2000" dirty="0">
                <a:latin typeface="Times New Roman"/>
                <a:cs typeface="Times New Roman"/>
              </a:rPr>
              <a:t>Night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vision.</a:t>
            </a:r>
            <a:endParaRPr sz="2000">
              <a:latin typeface="Times New Roman"/>
              <a:cs typeface="Times New Roman"/>
            </a:endParaRPr>
          </a:p>
          <a:p>
            <a:pPr marL="281940" indent="-255904">
              <a:lnSpc>
                <a:spcPct val="100000"/>
              </a:lnSpc>
              <a:buClr>
                <a:srgbClr val="C32C2C"/>
              </a:buClr>
              <a:buFont typeface="Wingdings"/>
              <a:buChar char=""/>
              <a:tabLst>
                <a:tab pos="281940" algn="l"/>
              </a:tabLst>
            </a:pPr>
            <a:r>
              <a:rPr sz="2000" dirty="0">
                <a:latin typeface="Times New Roman"/>
                <a:cs typeface="Times New Roman"/>
              </a:rPr>
              <a:t>Metal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detector.</a:t>
            </a:r>
            <a:endParaRPr sz="2000">
              <a:latin typeface="Times New Roman"/>
              <a:cs typeface="Times New Roman"/>
            </a:endParaRPr>
          </a:p>
          <a:p>
            <a:pPr marL="281940" indent="-255904">
              <a:lnSpc>
                <a:spcPct val="100000"/>
              </a:lnSpc>
              <a:buClr>
                <a:srgbClr val="C32C2C"/>
              </a:buClr>
              <a:buFont typeface="Wingdings"/>
              <a:buChar char=""/>
              <a:tabLst>
                <a:tab pos="281940" algn="l"/>
              </a:tabLst>
            </a:pPr>
            <a:r>
              <a:rPr sz="2000" dirty="0">
                <a:latin typeface="Times New Roman"/>
                <a:cs typeface="Times New Roman"/>
              </a:rPr>
              <a:t>Live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location.</a:t>
            </a:r>
            <a:endParaRPr sz="2000">
              <a:latin typeface="Times New Roman"/>
              <a:cs typeface="Times New Roman"/>
            </a:endParaRPr>
          </a:p>
          <a:p>
            <a:pPr marL="281940" indent="-255904">
              <a:lnSpc>
                <a:spcPct val="100000"/>
              </a:lnSpc>
              <a:buClr>
                <a:srgbClr val="C32C2C"/>
              </a:buClr>
              <a:buFont typeface="Wingdings"/>
              <a:buChar char=""/>
              <a:tabLst>
                <a:tab pos="281940" algn="l"/>
              </a:tabLst>
            </a:pPr>
            <a:r>
              <a:rPr sz="2000" spc="-10" dirty="0">
                <a:latin typeface="Times New Roman"/>
                <a:cs typeface="Times New Roman"/>
              </a:rPr>
              <a:t>Alerts.</a:t>
            </a:r>
            <a:endParaRPr sz="2000">
              <a:latin typeface="Times New Roman"/>
              <a:cs typeface="Times New Roman"/>
            </a:endParaRPr>
          </a:p>
          <a:p>
            <a:pPr marL="281940" indent="-255904">
              <a:lnSpc>
                <a:spcPct val="100000"/>
              </a:lnSpc>
              <a:buClr>
                <a:srgbClr val="C32C2C"/>
              </a:buClr>
              <a:buFont typeface="Wingdings"/>
              <a:buChar char=""/>
              <a:tabLst>
                <a:tab pos="281940" algn="l"/>
              </a:tabLst>
            </a:pPr>
            <a:r>
              <a:rPr sz="2000" spc="-10" dirty="0">
                <a:latin typeface="Times New Roman"/>
                <a:cs typeface="Times New Roman"/>
              </a:rPr>
              <a:t>Unlimited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distance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Controllin</a:t>
            </a:r>
            <a:r>
              <a:rPr sz="2000" b="1" spc="-10" dirty="0">
                <a:latin typeface="Times New Roman"/>
                <a:cs typeface="Times New Roman"/>
              </a:rPr>
              <a:t>g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9314" y="149478"/>
            <a:ext cx="5859145" cy="369332"/>
          </a:xfrm>
        </p:spPr>
        <p:txBody>
          <a:bodyPr/>
          <a:lstStyle/>
          <a:p>
            <a:r>
              <a:rPr lang="en-US" dirty="0" smtClean="0"/>
              <a:t>CONTROLING</a:t>
            </a:r>
            <a:endParaRPr lang="en-US" dirty="0"/>
          </a:p>
        </p:txBody>
      </p:sp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0" y="838200"/>
            <a:ext cx="3164204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90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9314" y="149478"/>
            <a:ext cx="5859145" cy="369332"/>
          </a:xfrm>
        </p:spPr>
        <p:txBody>
          <a:bodyPr/>
          <a:lstStyle/>
          <a:p>
            <a:r>
              <a:rPr lang="en-US" spc="-10" dirty="0"/>
              <a:t>EXPLANATION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169314" y="762001"/>
            <a:ext cx="7822286" cy="3023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8605" indent="-255904">
              <a:lnSpc>
                <a:spcPct val="100000"/>
              </a:lnSpc>
              <a:spcBef>
                <a:spcPts val="1440"/>
              </a:spcBef>
              <a:buClr>
                <a:srgbClr val="C32C2C"/>
              </a:buClr>
              <a:buFont typeface="Symbol"/>
              <a:buChar char=""/>
              <a:tabLst>
                <a:tab pos="268605" algn="l"/>
                <a:tab pos="6262370" algn="l"/>
              </a:tabLst>
            </a:pPr>
            <a:r>
              <a:rPr lang="en-US" sz="2400" dirty="0" smtClean="0">
                <a:latin typeface="Times New Roman"/>
                <a:cs typeface="Times New Roman"/>
              </a:rPr>
              <a:t>This robot</a:t>
            </a:r>
            <a:r>
              <a:rPr lang="en-US" sz="2400" spc="-55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is</a:t>
            </a:r>
            <a:r>
              <a:rPr lang="en-US" sz="2400" spc="-15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mainly used</a:t>
            </a:r>
            <a:r>
              <a:rPr lang="en-US" sz="2400" spc="-20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for</a:t>
            </a:r>
            <a:r>
              <a:rPr lang="en-US" sz="2400" spc="-40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surveillance</a:t>
            </a:r>
            <a:r>
              <a:rPr lang="en-US" sz="2400" spc="-75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of</a:t>
            </a:r>
            <a:r>
              <a:rPr lang="en-US" sz="2400" spc="-35" dirty="0" smtClean="0">
                <a:latin typeface="Times New Roman"/>
                <a:cs typeface="Times New Roman"/>
              </a:rPr>
              <a:t> </a:t>
            </a:r>
            <a:r>
              <a:rPr lang="en-US" sz="2400" spc="-25" dirty="0" smtClean="0">
                <a:latin typeface="Times New Roman"/>
                <a:cs typeface="Times New Roman"/>
              </a:rPr>
              <a:t>the</a:t>
            </a:r>
            <a:r>
              <a:rPr lang="en-US" sz="2400" dirty="0" smtClean="0">
                <a:latin typeface="Times New Roman"/>
                <a:cs typeface="Times New Roman"/>
              </a:rPr>
              <a:t> remote</a:t>
            </a:r>
            <a:r>
              <a:rPr lang="en-US" sz="2400" spc="-145" dirty="0" smtClean="0">
                <a:latin typeface="Times New Roman"/>
                <a:cs typeface="Times New Roman"/>
              </a:rPr>
              <a:t> </a:t>
            </a:r>
            <a:r>
              <a:rPr lang="en-US" sz="2400" spc="-10" dirty="0" err="1" smtClean="0">
                <a:latin typeface="Times New Roman"/>
                <a:cs typeface="Times New Roman"/>
              </a:rPr>
              <a:t>areas,</a:t>
            </a:r>
            <a:r>
              <a:rPr lang="en-US" sz="2400" dirty="0" err="1" smtClean="0">
                <a:latin typeface="Times New Roman"/>
                <a:cs typeface="Times New Roman"/>
              </a:rPr>
              <a:t>enemy</a:t>
            </a:r>
            <a:r>
              <a:rPr lang="en-US" sz="2400" spc="-95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basses,</a:t>
            </a:r>
            <a:r>
              <a:rPr lang="en-US" sz="2400" spc="-15" dirty="0" smtClean="0">
                <a:latin typeface="Times New Roman"/>
                <a:cs typeface="Times New Roman"/>
              </a:rPr>
              <a:t> </a:t>
            </a:r>
            <a:r>
              <a:rPr lang="en-US" sz="2400" dirty="0" err="1" smtClean="0">
                <a:latin typeface="Times New Roman"/>
                <a:cs typeface="Times New Roman"/>
              </a:rPr>
              <a:t>etc</a:t>
            </a:r>
            <a:r>
              <a:rPr lang="en-US" sz="2400" spc="-60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and</a:t>
            </a:r>
            <a:r>
              <a:rPr lang="en-US" sz="2400" spc="-40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mine</a:t>
            </a:r>
            <a:r>
              <a:rPr lang="en-US" sz="2400" spc="-45" dirty="0" smtClean="0">
                <a:latin typeface="Times New Roman"/>
                <a:cs typeface="Times New Roman"/>
              </a:rPr>
              <a:t> </a:t>
            </a:r>
            <a:r>
              <a:rPr lang="en-US" sz="2400" spc="-10" dirty="0" smtClean="0">
                <a:latin typeface="Times New Roman"/>
                <a:cs typeface="Times New Roman"/>
              </a:rPr>
              <a:t>detection.</a:t>
            </a:r>
            <a:endParaRPr lang="en-US" sz="2400" dirty="0" smtClean="0">
              <a:latin typeface="Times New Roman"/>
              <a:cs typeface="Times New Roman"/>
            </a:endParaRPr>
          </a:p>
          <a:p>
            <a:pPr marL="268605" indent="-255904">
              <a:lnSpc>
                <a:spcPct val="100000"/>
              </a:lnSpc>
              <a:spcBef>
                <a:spcPts val="1764"/>
              </a:spcBef>
              <a:buClr>
                <a:srgbClr val="C32C2C"/>
              </a:buClr>
              <a:buFont typeface="Symbol"/>
              <a:buChar char=""/>
              <a:tabLst>
                <a:tab pos="268605" algn="l"/>
                <a:tab pos="5515610" algn="l"/>
              </a:tabLst>
            </a:pPr>
            <a:r>
              <a:rPr lang="en-US" sz="2400" dirty="0" smtClean="0">
                <a:latin typeface="Times New Roman"/>
                <a:cs typeface="Times New Roman"/>
              </a:rPr>
              <a:t>It</a:t>
            </a:r>
            <a:r>
              <a:rPr lang="en-US" sz="2400" spc="-100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has</a:t>
            </a:r>
            <a:r>
              <a:rPr lang="en-US" sz="2400" spc="-50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the</a:t>
            </a:r>
            <a:r>
              <a:rPr lang="en-US" sz="2400" spc="-60" dirty="0" smtClean="0">
                <a:latin typeface="Times New Roman"/>
                <a:cs typeface="Times New Roman"/>
              </a:rPr>
              <a:t> </a:t>
            </a:r>
            <a:r>
              <a:rPr lang="en-US" sz="2400" dirty="0" err="1" smtClean="0">
                <a:latin typeface="Times New Roman"/>
                <a:cs typeface="Times New Roman"/>
              </a:rPr>
              <a:t>ultrasonccic</a:t>
            </a:r>
            <a:r>
              <a:rPr lang="en-US" sz="2400" spc="-55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sensor</a:t>
            </a:r>
            <a:r>
              <a:rPr lang="en-US" sz="2400" spc="-50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to</a:t>
            </a:r>
            <a:r>
              <a:rPr lang="en-US" sz="2400" spc="-15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measure</a:t>
            </a:r>
            <a:r>
              <a:rPr lang="en-US" sz="2400" spc="-40" dirty="0" smtClean="0">
                <a:latin typeface="Times New Roman"/>
                <a:cs typeface="Times New Roman"/>
              </a:rPr>
              <a:t> </a:t>
            </a:r>
            <a:r>
              <a:rPr lang="en-US" sz="2400" spc="-25" dirty="0" smtClean="0">
                <a:latin typeface="Times New Roman"/>
                <a:cs typeface="Times New Roman"/>
              </a:rPr>
              <a:t>the </a:t>
            </a:r>
            <a:r>
              <a:rPr lang="en-US" sz="2400" dirty="0" smtClean="0">
                <a:latin typeface="Times New Roman"/>
                <a:cs typeface="Times New Roman"/>
              </a:rPr>
              <a:t>distance</a:t>
            </a:r>
            <a:r>
              <a:rPr lang="en-US" sz="2400" spc="-114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that</a:t>
            </a:r>
            <a:r>
              <a:rPr lang="en-US" sz="2400" spc="-110" dirty="0" smtClean="0">
                <a:latin typeface="Times New Roman"/>
                <a:cs typeface="Times New Roman"/>
              </a:rPr>
              <a:t> </a:t>
            </a:r>
            <a:r>
              <a:rPr lang="en-US" sz="2400" spc="-25" dirty="0" smtClean="0">
                <a:latin typeface="Times New Roman"/>
                <a:cs typeface="Times New Roman"/>
              </a:rPr>
              <a:t>was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detected</a:t>
            </a:r>
            <a:r>
              <a:rPr lang="en-US" sz="2400" spc="-75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in</a:t>
            </a:r>
            <a:r>
              <a:rPr lang="en-US" sz="2400" spc="-45" dirty="0" smtClean="0">
                <a:latin typeface="Times New Roman"/>
                <a:cs typeface="Times New Roman"/>
              </a:rPr>
              <a:t> </a:t>
            </a:r>
            <a:r>
              <a:rPr lang="en-US" sz="2400" spc="-10" dirty="0" smtClean="0">
                <a:latin typeface="Times New Roman"/>
                <a:cs typeface="Times New Roman"/>
              </a:rPr>
              <a:t>front.</a:t>
            </a:r>
            <a:endParaRPr lang="en-US" sz="2400" dirty="0" smtClean="0">
              <a:latin typeface="Times New Roman"/>
              <a:cs typeface="Times New Roman"/>
            </a:endParaRPr>
          </a:p>
          <a:p>
            <a:pPr marL="269240" marR="217170" indent="-256540">
              <a:lnSpc>
                <a:spcPct val="150000"/>
              </a:lnSpc>
              <a:spcBef>
                <a:spcPts val="285"/>
              </a:spcBef>
              <a:buClr>
                <a:srgbClr val="C32C2C"/>
              </a:buClr>
              <a:buFont typeface="Symbol"/>
              <a:buChar char=""/>
              <a:tabLst>
                <a:tab pos="269240" algn="l"/>
                <a:tab pos="5706110" algn="l"/>
              </a:tabLst>
            </a:pPr>
            <a:r>
              <a:rPr lang="en-US" sz="2400" dirty="0" smtClean="0">
                <a:latin typeface="Times New Roman"/>
                <a:cs typeface="Times New Roman"/>
              </a:rPr>
              <a:t>It</a:t>
            </a:r>
            <a:r>
              <a:rPr lang="en-US" sz="2400" spc="-95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has</a:t>
            </a:r>
            <a:r>
              <a:rPr lang="en-US" sz="2400" spc="-45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camera for</a:t>
            </a:r>
            <a:r>
              <a:rPr lang="en-US" sz="2400" spc="-50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surveillance</a:t>
            </a:r>
            <a:r>
              <a:rPr lang="en-US" sz="2400" spc="-65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and</a:t>
            </a:r>
            <a:r>
              <a:rPr lang="en-US" sz="2400" spc="-55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it</a:t>
            </a:r>
            <a:r>
              <a:rPr lang="en-US" sz="2400" spc="-40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has</a:t>
            </a:r>
            <a:r>
              <a:rPr lang="en-US" sz="2400" spc="-30" dirty="0" smtClean="0">
                <a:latin typeface="Times New Roman"/>
                <a:cs typeface="Times New Roman"/>
              </a:rPr>
              <a:t> </a:t>
            </a:r>
            <a:r>
              <a:rPr lang="en-US" sz="2400" spc="-25" dirty="0" smtClean="0">
                <a:latin typeface="Times New Roman"/>
                <a:cs typeface="Times New Roman"/>
              </a:rPr>
              <a:t>the</a:t>
            </a:r>
            <a:r>
              <a:rPr lang="en-US" sz="2400" dirty="0" smtClean="0">
                <a:latin typeface="Times New Roman"/>
                <a:cs typeface="Times New Roman"/>
              </a:rPr>
              <a:t> </a:t>
            </a:r>
            <a:r>
              <a:rPr lang="en-US" sz="2400" spc="-10" dirty="0" smtClean="0">
                <a:latin typeface="Times New Roman"/>
                <a:cs typeface="Times New Roman"/>
              </a:rPr>
              <a:t>microphone</a:t>
            </a:r>
            <a:r>
              <a:rPr lang="en-US" sz="2400" spc="-65" dirty="0" smtClean="0">
                <a:latin typeface="Times New Roman"/>
                <a:cs typeface="Times New Roman"/>
              </a:rPr>
              <a:t> </a:t>
            </a:r>
            <a:r>
              <a:rPr lang="en-US" sz="2400" spc="-25" dirty="0" smtClean="0">
                <a:latin typeface="Times New Roman"/>
                <a:cs typeface="Times New Roman"/>
              </a:rPr>
              <a:t>and </a:t>
            </a:r>
            <a:r>
              <a:rPr lang="en-US" sz="2400" dirty="0" smtClean="0">
                <a:latin typeface="Times New Roman"/>
                <a:cs typeface="Times New Roman"/>
              </a:rPr>
              <a:t>speaker</a:t>
            </a:r>
            <a:r>
              <a:rPr lang="en-US" sz="2400" spc="-145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for</a:t>
            </a:r>
            <a:r>
              <a:rPr lang="en-US" sz="2400" spc="-65" dirty="0" smtClean="0">
                <a:latin typeface="Times New Roman"/>
                <a:cs typeface="Times New Roman"/>
              </a:rPr>
              <a:t> </a:t>
            </a:r>
            <a:r>
              <a:rPr lang="en-US" sz="2400" spc="-10" dirty="0" smtClean="0">
                <a:latin typeface="Times New Roman"/>
                <a:cs typeface="Times New Roman"/>
              </a:rPr>
              <a:t>communication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4565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9314" y="149478"/>
            <a:ext cx="5859145" cy="369332"/>
          </a:xfrm>
        </p:spPr>
        <p:txBody>
          <a:bodyPr/>
          <a:lstStyle/>
          <a:p>
            <a:r>
              <a:rPr lang="en-US" spc="-10" dirty="0"/>
              <a:t>OVERVIEW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295400" y="762000"/>
            <a:ext cx="7696200" cy="3843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8605" marR="5080" indent="-256540">
              <a:lnSpc>
                <a:spcPct val="151300"/>
              </a:lnSpc>
              <a:spcBef>
                <a:spcPts val="95"/>
              </a:spcBef>
              <a:buClr>
                <a:srgbClr val="C32C2C"/>
              </a:buClr>
              <a:buFont typeface="Wingdings"/>
              <a:buChar char=""/>
              <a:tabLst>
                <a:tab pos="268605" algn="l"/>
              </a:tabLst>
            </a:pPr>
            <a:r>
              <a:rPr lang="en-US" sz="2400" dirty="0" smtClean="0">
                <a:latin typeface="Times New Roman"/>
                <a:cs typeface="Times New Roman"/>
              </a:rPr>
              <a:t>Basically</a:t>
            </a:r>
            <a:r>
              <a:rPr lang="en-US" sz="2400" spc="220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we</a:t>
            </a:r>
            <a:r>
              <a:rPr lang="en-US" sz="2400" spc="-80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are</a:t>
            </a:r>
            <a:r>
              <a:rPr lang="en-US" sz="2400" spc="-35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designing</a:t>
            </a:r>
            <a:r>
              <a:rPr lang="en-US" sz="2400" spc="-70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a</a:t>
            </a:r>
            <a:r>
              <a:rPr lang="en-US" sz="2400" spc="-80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robot</a:t>
            </a:r>
            <a:r>
              <a:rPr lang="en-US" sz="2400" spc="-5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that</a:t>
            </a:r>
            <a:r>
              <a:rPr lang="en-US" sz="2400" spc="-70" dirty="0" smtClean="0">
                <a:latin typeface="Times New Roman"/>
                <a:cs typeface="Times New Roman"/>
              </a:rPr>
              <a:t> </a:t>
            </a:r>
            <a:r>
              <a:rPr lang="en-US" sz="2400" spc="-10" dirty="0" smtClean="0">
                <a:latin typeface="Times New Roman"/>
                <a:cs typeface="Times New Roman"/>
              </a:rPr>
              <a:t>replaces human.</a:t>
            </a:r>
            <a:endParaRPr lang="en-US" sz="2400" dirty="0" smtClean="0">
              <a:latin typeface="Times New Roman"/>
              <a:cs typeface="Times New Roman"/>
            </a:endParaRPr>
          </a:p>
          <a:p>
            <a:pPr marL="268605" indent="-255904">
              <a:lnSpc>
                <a:spcPct val="100000"/>
              </a:lnSpc>
              <a:spcBef>
                <a:spcPts val="2520"/>
              </a:spcBef>
              <a:buClr>
                <a:srgbClr val="C32C2C"/>
              </a:buClr>
              <a:buFont typeface="Wingdings"/>
              <a:buChar char=""/>
              <a:tabLst>
                <a:tab pos="268605" algn="l"/>
              </a:tabLst>
            </a:pPr>
            <a:r>
              <a:rPr lang="en-US" sz="2400" dirty="0" smtClean="0">
                <a:latin typeface="Times New Roman"/>
                <a:cs typeface="Times New Roman"/>
              </a:rPr>
              <a:t>It</a:t>
            </a:r>
            <a:r>
              <a:rPr lang="en-US" sz="2400" spc="-105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is</a:t>
            </a:r>
            <a:r>
              <a:rPr lang="en-US" sz="2400" spc="-70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controlled</a:t>
            </a:r>
            <a:r>
              <a:rPr lang="en-US" sz="2400" spc="-105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though</a:t>
            </a:r>
            <a:r>
              <a:rPr lang="en-US" sz="2400" spc="-75" dirty="0" smtClean="0">
                <a:latin typeface="Times New Roman"/>
                <a:cs typeface="Times New Roman"/>
              </a:rPr>
              <a:t> </a:t>
            </a:r>
            <a:r>
              <a:rPr lang="en-US" sz="2400" spc="-20" dirty="0" err="1" smtClean="0">
                <a:latin typeface="Times New Roman"/>
                <a:cs typeface="Times New Roman"/>
              </a:rPr>
              <a:t>IoT</a:t>
            </a:r>
            <a:r>
              <a:rPr lang="en-US" sz="2400" spc="-20" dirty="0" smtClean="0">
                <a:latin typeface="Times New Roman"/>
                <a:cs typeface="Times New Roman"/>
              </a:rPr>
              <a:t>.</a:t>
            </a:r>
            <a:endParaRPr lang="en-US" sz="2400" dirty="0" smtClean="0">
              <a:latin typeface="Times New Roman"/>
              <a:cs typeface="Times New Roman"/>
            </a:endParaRPr>
          </a:p>
          <a:p>
            <a:pPr marL="268605" indent="-255904">
              <a:lnSpc>
                <a:spcPct val="100000"/>
              </a:lnSpc>
              <a:spcBef>
                <a:spcPts val="2005"/>
              </a:spcBef>
              <a:buClr>
                <a:srgbClr val="C32C2C"/>
              </a:buClr>
              <a:buFont typeface="Wingdings"/>
              <a:buChar char=""/>
              <a:tabLst>
                <a:tab pos="268605" algn="l"/>
              </a:tabLst>
            </a:pPr>
            <a:r>
              <a:rPr lang="en-US" sz="2400" dirty="0" smtClean="0">
                <a:latin typeface="Times New Roman"/>
                <a:cs typeface="Times New Roman"/>
              </a:rPr>
              <a:t>It</a:t>
            </a:r>
            <a:r>
              <a:rPr lang="en-US" sz="2400" spc="-95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can</a:t>
            </a:r>
            <a:r>
              <a:rPr lang="en-US" sz="2400" spc="-70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detect</a:t>
            </a:r>
            <a:r>
              <a:rPr lang="en-US" sz="2400" spc="-40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metal</a:t>
            </a:r>
            <a:r>
              <a:rPr lang="en-US" sz="2400" spc="-35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such</a:t>
            </a:r>
            <a:r>
              <a:rPr lang="en-US" sz="2400" spc="-75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as</a:t>
            </a:r>
            <a:r>
              <a:rPr lang="en-US" sz="2400" spc="-45" dirty="0" smtClean="0">
                <a:latin typeface="Times New Roman"/>
                <a:cs typeface="Times New Roman"/>
              </a:rPr>
              <a:t> </a:t>
            </a:r>
            <a:r>
              <a:rPr lang="en-US" sz="2400" spc="-10" dirty="0" smtClean="0">
                <a:latin typeface="Times New Roman"/>
                <a:cs typeface="Times New Roman"/>
              </a:rPr>
              <a:t>mines.</a:t>
            </a:r>
            <a:endParaRPr lang="en-US" sz="2400" dirty="0" smtClean="0">
              <a:latin typeface="Times New Roman"/>
              <a:cs typeface="Times New Roman"/>
            </a:endParaRPr>
          </a:p>
          <a:p>
            <a:pPr marL="268605" indent="-255904">
              <a:lnSpc>
                <a:spcPct val="100000"/>
              </a:lnSpc>
              <a:spcBef>
                <a:spcPts val="2000"/>
              </a:spcBef>
              <a:buClr>
                <a:srgbClr val="C32C2C"/>
              </a:buClr>
              <a:buFont typeface="Wingdings"/>
              <a:buChar char=""/>
              <a:tabLst>
                <a:tab pos="268605" algn="l"/>
              </a:tabLst>
            </a:pPr>
            <a:r>
              <a:rPr lang="en-US" sz="2400" dirty="0" smtClean="0">
                <a:latin typeface="Times New Roman"/>
                <a:cs typeface="Times New Roman"/>
              </a:rPr>
              <a:t>It</a:t>
            </a:r>
            <a:r>
              <a:rPr lang="en-US" sz="2400" spc="-55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is</a:t>
            </a:r>
            <a:r>
              <a:rPr lang="en-US" sz="2400" spc="-65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also</a:t>
            </a:r>
            <a:r>
              <a:rPr lang="en-US" sz="2400" spc="-80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used</a:t>
            </a:r>
            <a:r>
              <a:rPr lang="en-US" sz="2400" spc="-20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for</a:t>
            </a:r>
            <a:r>
              <a:rPr lang="en-US" sz="2400" spc="10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the</a:t>
            </a:r>
            <a:r>
              <a:rPr lang="en-US" sz="2400" spc="-70" dirty="0" smtClean="0">
                <a:latin typeface="Times New Roman"/>
                <a:cs typeface="Times New Roman"/>
              </a:rPr>
              <a:t> </a:t>
            </a:r>
            <a:r>
              <a:rPr lang="en-US" sz="2400" spc="-10" dirty="0" smtClean="0">
                <a:latin typeface="Times New Roman"/>
                <a:cs typeface="Times New Roman"/>
              </a:rPr>
              <a:t>surveillance.</a:t>
            </a:r>
            <a:endParaRPr lang="en-US" sz="2400" dirty="0" smtClean="0">
              <a:latin typeface="Times New Roman"/>
              <a:cs typeface="Times New Roman"/>
            </a:endParaRPr>
          </a:p>
          <a:p>
            <a:pPr marL="268605" indent="-255904">
              <a:lnSpc>
                <a:spcPct val="100000"/>
              </a:lnSpc>
              <a:spcBef>
                <a:spcPts val="2000"/>
              </a:spcBef>
              <a:buClr>
                <a:srgbClr val="C32C2C"/>
              </a:buClr>
              <a:buFont typeface="Wingdings"/>
              <a:buChar char=""/>
              <a:tabLst>
                <a:tab pos="268605" algn="l"/>
              </a:tabLst>
            </a:pPr>
            <a:r>
              <a:rPr lang="en-US" sz="2400" dirty="0" smtClean="0">
                <a:latin typeface="Times New Roman"/>
                <a:cs typeface="Times New Roman"/>
              </a:rPr>
              <a:t>It</a:t>
            </a:r>
            <a:r>
              <a:rPr lang="en-US" sz="2400" spc="-80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is</a:t>
            </a:r>
            <a:r>
              <a:rPr lang="en-US" sz="2400" spc="-65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also</a:t>
            </a:r>
            <a:r>
              <a:rPr lang="en-US" sz="2400" spc="-75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used</a:t>
            </a:r>
            <a:r>
              <a:rPr lang="en-US" sz="2400" spc="-65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for</a:t>
            </a:r>
            <a:r>
              <a:rPr lang="en-US" sz="2400" spc="10" dirty="0" smtClean="0">
                <a:latin typeface="Times New Roman"/>
                <a:cs typeface="Times New Roman"/>
              </a:rPr>
              <a:t> </a:t>
            </a:r>
            <a:r>
              <a:rPr lang="en-US" sz="2400" spc="-10" dirty="0" smtClean="0">
                <a:latin typeface="Times New Roman"/>
                <a:cs typeface="Times New Roman"/>
              </a:rPr>
              <a:t>communication.</a:t>
            </a:r>
            <a:endParaRPr lang="en-US" sz="2400" dirty="0" smtClean="0">
              <a:latin typeface="Times New Roman"/>
              <a:cs typeface="Times New Roman"/>
            </a:endParaRPr>
          </a:p>
          <a:p>
            <a:pPr marL="268605" indent="-255904">
              <a:lnSpc>
                <a:spcPct val="100000"/>
              </a:lnSpc>
              <a:spcBef>
                <a:spcPts val="2005"/>
              </a:spcBef>
              <a:buClr>
                <a:srgbClr val="C32C2C"/>
              </a:buClr>
              <a:buFont typeface="Wingdings"/>
              <a:buChar char=""/>
              <a:tabLst>
                <a:tab pos="268605" algn="l"/>
              </a:tabLst>
            </a:pPr>
            <a:r>
              <a:rPr lang="en-US" sz="2400" dirty="0" smtClean="0">
                <a:latin typeface="Times New Roman"/>
                <a:cs typeface="Times New Roman"/>
              </a:rPr>
              <a:t>It</a:t>
            </a:r>
            <a:r>
              <a:rPr lang="en-US" sz="2400" spc="-70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shows</a:t>
            </a:r>
            <a:r>
              <a:rPr lang="en-US" sz="2400" spc="-60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the</a:t>
            </a:r>
            <a:r>
              <a:rPr lang="en-US" sz="2400" spc="-55" dirty="0" smtClean="0"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latin typeface="Times New Roman"/>
                <a:cs typeface="Times New Roman"/>
              </a:rPr>
              <a:t>live</a:t>
            </a:r>
            <a:r>
              <a:rPr lang="en-US" sz="2400" spc="-30" dirty="0" smtClean="0">
                <a:latin typeface="Times New Roman"/>
                <a:cs typeface="Times New Roman"/>
              </a:rPr>
              <a:t> </a:t>
            </a:r>
            <a:r>
              <a:rPr lang="en-US" sz="2400" spc="-10" dirty="0" smtClean="0">
                <a:latin typeface="Times New Roman"/>
                <a:cs typeface="Times New Roman"/>
              </a:rPr>
              <a:t>location</a:t>
            </a:r>
            <a:r>
              <a:rPr lang="en-US" spc="-10" dirty="0" smtClean="0">
                <a:latin typeface="Times New Roman"/>
                <a:cs typeface="Times New Roman"/>
              </a:rPr>
              <a:t>.</a:t>
            </a:r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50070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1846" y="515217"/>
            <a:ext cx="9248631" cy="6174916"/>
            <a:chOff x="-9540" y="685165"/>
            <a:chExt cx="9136380" cy="60217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8394" y="685165"/>
              <a:ext cx="6718300" cy="60217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9024" y="4097019"/>
              <a:ext cx="1919605" cy="38608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77159" y="4266566"/>
              <a:ext cx="114935" cy="7111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42999" y="4250690"/>
              <a:ext cx="1613535" cy="31750"/>
            </a:xfrm>
            <a:custGeom>
              <a:avLst/>
              <a:gdLst/>
              <a:ahLst/>
              <a:cxnLst/>
              <a:rect l="l" t="t" r="r" b="b"/>
              <a:pathLst>
                <a:path w="1613535" h="31750">
                  <a:moveTo>
                    <a:pt x="1586230" y="0"/>
                  </a:moveTo>
                  <a:lnTo>
                    <a:pt x="0" y="0"/>
                  </a:lnTo>
                  <a:lnTo>
                    <a:pt x="0" y="31750"/>
                  </a:lnTo>
                  <a:lnTo>
                    <a:pt x="1586230" y="31750"/>
                  </a:lnTo>
                  <a:lnTo>
                    <a:pt x="1613535" y="15875"/>
                  </a:lnTo>
                  <a:lnTo>
                    <a:pt x="15862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77159" y="4195444"/>
              <a:ext cx="142239" cy="8763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89024" y="5468619"/>
              <a:ext cx="1157605" cy="3860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15159" y="5638166"/>
              <a:ext cx="115568" cy="7111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42999" y="5622290"/>
              <a:ext cx="851535" cy="31750"/>
            </a:xfrm>
            <a:custGeom>
              <a:avLst/>
              <a:gdLst/>
              <a:ahLst/>
              <a:cxnLst/>
              <a:rect l="l" t="t" r="r" b="b"/>
              <a:pathLst>
                <a:path w="851535" h="31750">
                  <a:moveTo>
                    <a:pt x="824230" y="0"/>
                  </a:moveTo>
                  <a:lnTo>
                    <a:pt x="0" y="0"/>
                  </a:lnTo>
                  <a:lnTo>
                    <a:pt x="0" y="31750"/>
                  </a:lnTo>
                  <a:lnTo>
                    <a:pt x="824230" y="31750"/>
                  </a:lnTo>
                  <a:lnTo>
                    <a:pt x="851535" y="15875"/>
                  </a:lnTo>
                  <a:lnTo>
                    <a:pt x="8242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15159" y="5567046"/>
              <a:ext cx="142239" cy="8699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0" y="5327649"/>
              <a:ext cx="1115695" cy="617220"/>
            </a:xfrm>
            <a:custGeom>
              <a:avLst/>
              <a:gdLst/>
              <a:ahLst/>
              <a:cxnLst/>
              <a:rect l="l" t="t" r="r" b="b"/>
              <a:pathLst>
                <a:path w="1115695" h="617220">
                  <a:moveTo>
                    <a:pt x="1115695" y="0"/>
                  </a:moveTo>
                  <a:lnTo>
                    <a:pt x="0" y="0"/>
                  </a:lnTo>
                  <a:lnTo>
                    <a:pt x="0" y="617219"/>
                  </a:lnTo>
                  <a:lnTo>
                    <a:pt x="1115695" y="617219"/>
                  </a:lnTo>
                  <a:lnTo>
                    <a:pt x="11156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5327649"/>
              <a:ext cx="1115695" cy="617220"/>
            </a:xfrm>
            <a:custGeom>
              <a:avLst/>
              <a:gdLst/>
              <a:ahLst/>
              <a:cxnLst/>
              <a:rect l="l" t="t" r="r" b="b"/>
              <a:pathLst>
                <a:path w="1115695" h="617220">
                  <a:moveTo>
                    <a:pt x="0" y="617219"/>
                  </a:moveTo>
                  <a:lnTo>
                    <a:pt x="1115695" y="617219"/>
                  </a:lnTo>
                  <a:lnTo>
                    <a:pt x="1115695" y="0"/>
                  </a:lnTo>
                  <a:lnTo>
                    <a:pt x="0" y="0"/>
                  </a:lnTo>
                  <a:lnTo>
                    <a:pt x="0" y="617219"/>
                  </a:lnTo>
                  <a:close/>
                </a:path>
              </a:pathLst>
            </a:custGeom>
            <a:ln w="1908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76525" y="1261745"/>
              <a:ext cx="561975" cy="85915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25444" y="1751329"/>
              <a:ext cx="131444" cy="15430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728594" y="1289050"/>
              <a:ext cx="292100" cy="560705"/>
            </a:xfrm>
            <a:custGeom>
              <a:avLst/>
              <a:gdLst/>
              <a:ahLst/>
              <a:cxnLst/>
              <a:rect l="l" t="t" r="r" b="b"/>
              <a:pathLst>
                <a:path w="292100" h="560705">
                  <a:moveTo>
                    <a:pt x="28575" y="0"/>
                  </a:moveTo>
                  <a:lnTo>
                    <a:pt x="0" y="13970"/>
                  </a:lnTo>
                  <a:lnTo>
                    <a:pt x="263525" y="542925"/>
                  </a:lnTo>
                  <a:lnTo>
                    <a:pt x="290830" y="560704"/>
                  </a:lnTo>
                  <a:lnTo>
                    <a:pt x="292100" y="528954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35524" y="5163819"/>
              <a:ext cx="1016000" cy="101790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073649" y="5378449"/>
              <a:ext cx="728980" cy="728980"/>
            </a:xfrm>
            <a:custGeom>
              <a:avLst/>
              <a:gdLst/>
              <a:ahLst/>
              <a:cxnLst/>
              <a:rect l="l" t="t" r="r" b="b"/>
              <a:pathLst>
                <a:path w="728979" h="728979">
                  <a:moveTo>
                    <a:pt x="0" y="0"/>
                  </a:moveTo>
                  <a:lnTo>
                    <a:pt x="8254" y="30480"/>
                  </a:lnTo>
                  <a:lnTo>
                    <a:pt x="706754" y="728980"/>
                  </a:lnTo>
                  <a:lnTo>
                    <a:pt x="728979" y="706755"/>
                  </a:lnTo>
                  <a:lnTo>
                    <a:pt x="30479" y="82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029199" y="5333999"/>
              <a:ext cx="146685" cy="14668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38494" y="6052819"/>
              <a:ext cx="2176779" cy="13525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791199" y="6095999"/>
              <a:ext cx="2057400" cy="0"/>
            </a:xfrm>
            <a:custGeom>
              <a:avLst/>
              <a:gdLst/>
              <a:ahLst/>
              <a:cxnLst/>
              <a:rect l="l" t="t" r="r" b="b"/>
              <a:pathLst>
                <a:path w="2057400">
                  <a:moveTo>
                    <a:pt x="0" y="0"/>
                  </a:moveTo>
                  <a:lnTo>
                    <a:pt x="2057400" y="0"/>
                  </a:lnTo>
                </a:path>
              </a:pathLst>
            </a:custGeom>
            <a:ln w="316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897494" y="5638799"/>
              <a:ext cx="1219200" cy="762000"/>
            </a:xfrm>
            <a:custGeom>
              <a:avLst/>
              <a:gdLst/>
              <a:ahLst/>
              <a:cxnLst/>
              <a:rect l="l" t="t" r="r" b="b"/>
              <a:pathLst>
                <a:path w="1219200" h="762000">
                  <a:moveTo>
                    <a:pt x="1219200" y="0"/>
                  </a:moveTo>
                  <a:lnTo>
                    <a:pt x="0" y="0"/>
                  </a:lnTo>
                  <a:lnTo>
                    <a:pt x="0" y="762000"/>
                  </a:lnTo>
                  <a:lnTo>
                    <a:pt x="1219200" y="762000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897494" y="5638799"/>
              <a:ext cx="1219200" cy="762000"/>
            </a:xfrm>
            <a:custGeom>
              <a:avLst/>
              <a:gdLst/>
              <a:ahLst/>
              <a:cxnLst/>
              <a:rect l="l" t="t" r="r" b="b"/>
              <a:pathLst>
                <a:path w="1219200" h="762000">
                  <a:moveTo>
                    <a:pt x="0" y="762000"/>
                  </a:moveTo>
                  <a:lnTo>
                    <a:pt x="1219200" y="7620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762000"/>
                  </a:lnTo>
                  <a:close/>
                </a:path>
              </a:pathLst>
            </a:custGeom>
            <a:ln w="1908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21324" y="3716019"/>
              <a:ext cx="789304" cy="101473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751194" y="3937635"/>
              <a:ext cx="510540" cy="720090"/>
            </a:xfrm>
            <a:custGeom>
              <a:avLst/>
              <a:gdLst/>
              <a:ahLst/>
              <a:cxnLst/>
              <a:rect l="l" t="t" r="r" b="b"/>
              <a:pathLst>
                <a:path w="510539" h="720089">
                  <a:moveTo>
                    <a:pt x="0" y="0"/>
                  </a:moveTo>
                  <a:lnTo>
                    <a:pt x="2539" y="31750"/>
                  </a:lnTo>
                  <a:lnTo>
                    <a:pt x="484504" y="720089"/>
                  </a:lnTo>
                  <a:lnTo>
                    <a:pt x="510539" y="701675"/>
                  </a:lnTo>
                  <a:lnTo>
                    <a:pt x="28575" y="133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714999" y="3886200"/>
              <a:ext cx="133985" cy="1524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195694" y="4605019"/>
              <a:ext cx="1719579" cy="135255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248399" y="4648199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316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588125" y="3814444"/>
              <a:ext cx="1310004" cy="38608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781800" y="3912869"/>
              <a:ext cx="142240" cy="142239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821169" y="3968115"/>
              <a:ext cx="1027430" cy="31750"/>
            </a:xfrm>
            <a:custGeom>
              <a:avLst/>
              <a:gdLst/>
              <a:ahLst/>
              <a:cxnLst/>
              <a:rect l="l" t="t" r="r" b="b"/>
              <a:pathLst>
                <a:path w="1027429" h="31750">
                  <a:moveTo>
                    <a:pt x="46990" y="1905"/>
                  </a:moveTo>
                  <a:lnTo>
                    <a:pt x="0" y="1905"/>
                  </a:lnTo>
                  <a:lnTo>
                    <a:pt x="0" y="29210"/>
                  </a:lnTo>
                  <a:lnTo>
                    <a:pt x="46355" y="29210"/>
                  </a:lnTo>
                  <a:lnTo>
                    <a:pt x="23495" y="15875"/>
                  </a:lnTo>
                  <a:lnTo>
                    <a:pt x="46990" y="1905"/>
                  </a:lnTo>
                  <a:close/>
                </a:path>
                <a:path w="1027429" h="31750">
                  <a:moveTo>
                    <a:pt x="1027430" y="0"/>
                  </a:moveTo>
                  <a:lnTo>
                    <a:pt x="50800" y="0"/>
                  </a:lnTo>
                  <a:lnTo>
                    <a:pt x="23495" y="15875"/>
                  </a:lnTo>
                  <a:lnTo>
                    <a:pt x="46990" y="29210"/>
                  </a:lnTo>
                  <a:lnTo>
                    <a:pt x="50800" y="31750"/>
                  </a:lnTo>
                  <a:lnTo>
                    <a:pt x="1027430" y="31750"/>
                  </a:lnTo>
                  <a:lnTo>
                    <a:pt x="10274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987924" y="1108075"/>
              <a:ext cx="865504" cy="124142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181599" y="1980565"/>
              <a:ext cx="129539" cy="153035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214619" y="1134745"/>
              <a:ext cx="589915" cy="945515"/>
            </a:xfrm>
            <a:custGeom>
              <a:avLst/>
              <a:gdLst/>
              <a:ahLst/>
              <a:cxnLst/>
              <a:rect l="l" t="t" r="r" b="b"/>
              <a:pathLst>
                <a:path w="589914" h="945514">
                  <a:moveTo>
                    <a:pt x="563244" y="0"/>
                  </a:moveTo>
                  <a:lnTo>
                    <a:pt x="634" y="913764"/>
                  </a:lnTo>
                  <a:lnTo>
                    <a:pt x="0" y="945514"/>
                  </a:lnTo>
                  <a:lnTo>
                    <a:pt x="27939" y="930275"/>
                  </a:lnTo>
                  <a:lnTo>
                    <a:pt x="589914" y="16509"/>
                  </a:lnTo>
                  <a:lnTo>
                    <a:pt x="5632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24524" y="1099820"/>
              <a:ext cx="2176779" cy="13525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5778499" y="1143000"/>
              <a:ext cx="2057400" cy="0"/>
            </a:xfrm>
            <a:custGeom>
              <a:avLst/>
              <a:gdLst/>
              <a:ahLst/>
              <a:cxnLst/>
              <a:rect l="l" t="t" r="r" b="b"/>
              <a:pathLst>
                <a:path w="2057400">
                  <a:moveTo>
                    <a:pt x="0" y="0"/>
                  </a:moveTo>
                  <a:lnTo>
                    <a:pt x="2057400" y="0"/>
                  </a:lnTo>
                </a:path>
              </a:pathLst>
            </a:custGeom>
            <a:ln w="316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445124" y="1868170"/>
              <a:ext cx="789304" cy="101472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638799" y="2514600"/>
              <a:ext cx="133985" cy="151764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5674994" y="1895475"/>
              <a:ext cx="510540" cy="719455"/>
            </a:xfrm>
            <a:custGeom>
              <a:avLst/>
              <a:gdLst/>
              <a:ahLst/>
              <a:cxnLst/>
              <a:rect l="l" t="t" r="r" b="b"/>
              <a:pathLst>
                <a:path w="510539" h="719455">
                  <a:moveTo>
                    <a:pt x="484504" y="0"/>
                  </a:moveTo>
                  <a:lnTo>
                    <a:pt x="2539" y="688339"/>
                  </a:lnTo>
                  <a:lnTo>
                    <a:pt x="0" y="719454"/>
                  </a:lnTo>
                  <a:lnTo>
                    <a:pt x="28575" y="706120"/>
                  </a:lnTo>
                  <a:lnTo>
                    <a:pt x="510539" y="18414"/>
                  </a:lnTo>
                  <a:lnTo>
                    <a:pt x="4845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588125" y="2573019"/>
              <a:ext cx="485775" cy="782954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802754" y="2800985"/>
              <a:ext cx="222250" cy="481965"/>
            </a:xfrm>
            <a:custGeom>
              <a:avLst/>
              <a:gdLst/>
              <a:ahLst/>
              <a:cxnLst/>
              <a:rect l="l" t="t" r="r" b="b"/>
              <a:pathLst>
                <a:path w="222250" h="481964">
                  <a:moveTo>
                    <a:pt x="3810" y="0"/>
                  </a:moveTo>
                  <a:lnTo>
                    <a:pt x="0" y="31750"/>
                  </a:lnTo>
                  <a:lnTo>
                    <a:pt x="193675" y="481964"/>
                  </a:lnTo>
                  <a:lnTo>
                    <a:pt x="222250" y="469264"/>
                  </a:lnTo>
                  <a:lnTo>
                    <a:pt x="29210" y="19050"/>
                  </a:lnTo>
                  <a:lnTo>
                    <a:pt x="381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764019" y="2743200"/>
              <a:ext cx="134620" cy="155575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956425" y="3233419"/>
              <a:ext cx="957579" cy="135254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7010400" y="3276600"/>
              <a:ext cx="838200" cy="0"/>
            </a:xfrm>
            <a:custGeom>
              <a:avLst/>
              <a:gdLst/>
              <a:ahLst/>
              <a:cxnLst/>
              <a:rect l="l" t="t" r="r" b="b"/>
              <a:pathLst>
                <a:path w="838200">
                  <a:moveTo>
                    <a:pt x="0" y="0"/>
                  </a:moveTo>
                  <a:lnTo>
                    <a:pt x="838200" y="0"/>
                  </a:lnTo>
                </a:path>
              </a:pathLst>
            </a:custGeom>
            <a:ln w="316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89024" y="1252220"/>
              <a:ext cx="1719580" cy="135254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1142999" y="1295400"/>
              <a:ext cx="1600200" cy="0"/>
            </a:xfrm>
            <a:custGeom>
              <a:avLst/>
              <a:gdLst/>
              <a:ahLst/>
              <a:cxnLst/>
              <a:rect l="l" t="t" r="r" b="b"/>
              <a:pathLst>
                <a:path w="1600200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ln w="316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89024" y="2268220"/>
              <a:ext cx="1416050" cy="38607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171700" y="2437765"/>
              <a:ext cx="114935" cy="71120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1142999" y="2421890"/>
              <a:ext cx="1108075" cy="31750"/>
            </a:xfrm>
            <a:custGeom>
              <a:avLst/>
              <a:gdLst/>
              <a:ahLst/>
              <a:cxnLst/>
              <a:rect l="l" t="t" r="r" b="b"/>
              <a:pathLst>
                <a:path w="1108075" h="31750">
                  <a:moveTo>
                    <a:pt x="1080770" y="0"/>
                  </a:moveTo>
                  <a:lnTo>
                    <a:pt x="0" y="0"/>
                  </a:lnTo>
                  <a:lnTo>
                    <a:pt x="0" y="31750"/>
                  </a:lnTo>
                  <a:lnTo>
                    <a:pt x="1080770" y="31750"/>
                  </a:lnTo>
                  <a:lnTo>
                    <a:pt x="1108075" y="15875"/>
                  </a:lnTo>
                  <a:lnTo>
                    <a:pt x="10807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171700" y="2366644"/>
              <a:ext cx="142239" cy="86995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34923" y="2141220"/>
              <a:ext cx="1066800" cy="615950"/>
            </a:xfrm>
            <a:custGeom>
              <a:avLst/>
              <a:gdLst/>
              <a:ahLst/>
              <a:cxnLst/>
              <a:rect l="l" t="t" r="r" b="b"/>
              <a:pathLst>
                <a:path w="1066800" h="615950">
                  <a:moveTo>
                    <a:pt x="1066800" y="0"/>
                  </a:moveTo>
                  <a:lnTo>
                    <a:pt x="0" y="0"/>
                  </a:lnTo>
                  <a:lnTo>
                    <a:pt x="0" y="615950"/>
                  </a:lnTo>
                  <a:lnTo>
                    <a:pt x="1066800" y="615950"/>
                  </a:lnTo>
                  <a:lnTo>
                    <a:pt x="1066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4923" y="2141220"/>
              <a:ext cx="1066800" cy="615950"/>
            </a:xfrm>
            <a:custGeom>
              <a:avLst/>
              <a:gdLst/>
              <a:ahLst/>
              <a:cxnLst/>
              <a:rect l="l" t="t" r="r" b="b"/>
              <a:pathLst>
                <a:path w="1066800" h="615950">
                  <a:moveTo>
                    <a:pt x="0" y="615950"/>
                  </a:moveTo>
                  <a:lnTo>
                    <a:pt x="1066800" y="615950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0" y="615950"/>
                  </a:lnTo>
                  <a:close/>
                </a:path>
              </a:pathLst>
            </a:custGeom>
            <a:ln w="1908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301875" y="2877819"/>
              <a:ext cx="784225" cy="561975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2353944" y="3051175"/>
              <a:ext cx="508634" cy="316865"/>
            </a:xfrm>
            <a:custGeom>
              <a:avLst/>
              <a:gdLst/>
              <a:ahLst/>
              <a:cxnLst/>
              <a:rect l="l" t="t" r="r" b="b"/>
              <a:pathLst>
                <a:path w="508635" h="316864">
                  <a:moveTo>
                    <a:pt x="505460" y="0"/>
                  </a:moveTo>
                  <a:lnTo>
                    <a:pt x="0" y="288925"/>
                  </a:lnTo>
                  <a:lnTo>
                    <a:pt x="15875" y="316864"/>
                  </a:lnTo>
                  <a:lnTo>
                    <a:pt x="469900" y="56514"/>
                  </a:lnTo>
                  <a:lnTo>
                    <a:pt x="485775" y="29210"/>
                  </a:lnTo>
                  <a:lnTo>
                    <a:pt x="500380" y="5714"/>
                  </a:lnTo>
                  <a:lnTo>
                    <a:pt x="508635" y="5714"/>
                  </a:lnTo>
                  <a:lnTo>
                    <a:pt x="5054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741294" y="3048000"/>
              <a:ext cx="153669" cy="12827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089024" y="3309619"/>
              <a:ext cx="1338580" cy="135254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097269" y="1876425"/>
              <a:ext cx="1795779" cy="135254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6151880" y="1919604"/>
              <a:ext cx="1676400" cy="0"/>
            </a:xfrm>
            <a:custGeom>
              <a:avLst/>
              <a:gdLst/>
              <a:ahLst/>
              <a:cxnLst/>
              <a:rect l="l" t="t" r="r" b="b"/>
              <a:pathLst>
                <a:path w="1676400">
                  <a:moveTo>
                    <a:pt x="0" y="0"/>
                  </a:moveTo>
                  <a:lnTo>
                    <a:pt x="1676400" y="0"/>
                  </a:lnTo>
                </a:path>
              </a:pathLst>
            </a:custGeom>
            <a:ln w="316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175260" y="1100772"/>
            <a:ext cx="7651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Georgia"/>
                <a:cs typeface="Georgia"/>
              </a:rPr>
              <a:t>Battery</a:t>
            </a:r>
            <a:endParaRPr sz="1800" dirty="0">
              <a:latin typeface="Georgia"/>
              <a:cs typeface="Georgi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82879" y="2252345"/>
            <a:ext cx="768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Georgia"/>
                <a:cs typeface="Georgia"/>
              </a:rPr>
              <a:t>Wheels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62560" y="3035300"/>
            <a:ext cx="2369185" cy="728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79805" algn="l"/>
                <a:tab pos="2355215" algn="l"/>
              </a:tabLst>
            </a:pPr>
            <a:r>
              <a:rPr sz="1800" spc="-10" dirty="0">
                <a:latin typeface="Georgia"/>
                <a:cs typeface="Georgia"/>
              </a:rPr>
              <a:t>Battery</a:t>
            </a:r>
            <a:r>
              <a:rPr sz="1800" dirty="0">
                <a:latin typeface="Georgia"/>
                <a:cs typeface="Georgia"/>
              </a:rPr>
              <a:t>	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	</a:t>
            </a:r>
            <a:endParaRPr sz="1800">
              <a:latin typeface="Georgia"/>
              <a:cs typeface="Georgia"/>
            </a:endParaRPr>
          </a:p>
          <a:p>
            <a:pPr marL="29845" marR="1626235" indent="200660">
              <a:lnSpc>
                <a:spcPct val="100000"/>
              </a:lnSpc>
              <a:spcBef>
                <a:spcPts val="20"/>
              </a:spcBef>
            </a:pPr>
            <a:r>
              <a:rPr sz="1400" i="1" spc="-20" dirty="0">
                <a:latin typeface="Georgia"/>
                <a:cs typeface="Georgia"/>
              </a:rPr>
              <a:t>(for </a:t>
            </a:r>
            <a:r>
              <a:rPr sz="1400" i="1" spc="-10" dirty="0">
                <a:latin typeface="Georgia"/>
                <a:cs typeface="Georgia"/>
              </a:rPr>
              <a:t>Camera)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62560" y="4072254"/>
            <a:ext cx="7969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0066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Georgia"/>
                <a:cs typeface="Georgia"/>
              </a:rPr>
              <a:t>Came ra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3" name="object 63"/>
          <p:cNvSpPr txBox="1">
            <a:spLocks noGrp="1"/>
          </p:cNvSpPr>
          <p:nvPr>
            <p:ph type="title"/>
          </p:nvPr>
        </p:nvSpPr>
        <p:spPr>
          <a:xfrm>
            <a:off x="8137906" y="822959"/>
            <a:ext cx="655320" cy="5765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73660" marR="5080" indent="-60960">
              <a:lnSpc>
                <a:spcPct val="100899"/>
              </a:lnSpc>
              <a:spcBef>
                <a:spcPts val="80"/>
              </a:spcBef>
            </a:pPr>
            <a:r>
              <a:rPr sz="1800" b="0" spc="-20" dirty="0">
                <a:solidFill>
                  <a:srgbClr val="000000"/>
                </a:solidFill>
                <a:latin typeface="Georgia"/>
                <a:cs typeface="Georgia"/>
              </a:rPr>
              <a:t>Motor </a:t>
            </a:r>
            <a:r>
              <a:rPr sz="1800" b="0" spc="-10" dirty="0">
                <a:solidFill>
                  <a:srgbClr val="000000"/>
                </a:solidFill>
                <a:latin typeface="Georgia"/>
                <a:cs typeface="Georgia"/>
              </a:rPr>
              <a:t>drive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125206" y="1558290"/>
            <a:ext cx="688340" cy="577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Georgia"/>
                <a:cs typeface="Georgia"/>
              </a:rPr>
              <a:t>NODE</a:t>
            </a:r>
            <a:endParaRPr sz="1800">
              <a:latin typeface="Georgia"/>
              <a:cs typeface="Georgia"/>
            </a:endParaRPr>
          </a:p>
          <a:p>
            <a:pPr marL="76200">
              <a:lnSpc>
                <a:spcPct val="100000"/>
              </a:lnSpc>
              <a:spcBef>
                <a:spcPts val="20"/>
              </a:spcBef>
            </a:pPr>
            <a:r>
              <a:rPr sz="1800" spc="-25" dirty="0">
                <a:latin typeface="Georgia"/>
                <a:cs typeface="Georgia"/>
              </a:rPr>
              <a:t>MCU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142858" y="3086100"/>
            <a:ext cx="655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Georgia"/>
                <a:cs typeface="Georgia"/>
              </a:rPr>
              <a:t>Motor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145526" y="3686175"/>
            <a:ext cx="6438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Georgia"/>
                <a:cs typeface="Georgia"/>
              </a:rPr>
              <a:t>Alarm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130158" y="4135246"/>
            <a:ext cx="740410" cy="75247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85420">
              <a:lnSpc>
                <a:spcPct val="100000"/>
              </a:lnSpc>
              <a:spcBef>
                <a:spcPts val="800"/>
              </a:spcBef>
            </a:pPr>
            <a:r>
              <a:rPr sz="1800" spc="-25" dirty="0">
                <a:latin typeface="Georgia"/>
                <a:cs typeface="Georgia"/>
              </a:rPr>
              <a:t>LCD</a:t>
            </a:r>
            <a:endParaRPr sz="18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800" spc="-10" dirty="0">
                <a:latin typeface="Georgia"/>
                <a:cs typeface="Georgia"/>
              </a:rPr>
              <a:t>display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27000" y="5310441"/>
            <a:ext cx="858519" cy="567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160">
              <a:lnSpc>
                <a:spcPts val="2130"/>
              </a:lnSpc>
              <a:spcBef>
                <a:spcPts val="100"/>
              </a:spcBef>
            </a:pPr>
            <a:r>
              <a:rPr sz="1800" spc="-10" dirty="0">
                <a:latin typeface="Georgia"/>
                <a:cs typeface="Georgia"/>
              </a:rPr>
              <a:t>Metal</a:t>
            </a:r>
            <a:endParaRPr sz="1800">
              <a:latin typeface="Georgia"/>
              <a:cs typeface="Georgia"/>
            </a:endParaRPr>
          </a:p>
          <a:p>
            <a:pPr marL="12700">
              <a:lnSpc>
                <a:spcPts val="2130"/>
              </a:lnSpc>
            </a:pPr>
            <a:r>
              <a:rPr sz="1800" spc="-10" dirty="0">
                <a:latin typeface="Georgia"/>
                <a:cs typeface="Georgia"/>
              </a:rPr>
              <a:t>detector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972425" y="5706745"/>
            <a:ext cx="909319" cy="805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latin typeface="Georgia"/>
                <a:cs typeface="Georgia"/>
              </a:rPr>
              <a:t>ultra-</a:t>
            </a:r>
            <a:endParaRPr sz="1700">
              <a:latin typeface="Georgia"/>
              <a:cs typeface="Georgia"/>
            </a:endParaRPr>
          </a:p>
          <a:p>
            <a:pPr marL="241300" marR="40005">
              <a:lnSpc>
                <a:spcPts val="2000"/>
              </a:lnSpc>
              <a:spcBef>
                <a:spcPts val="160"/>
              </a:spcBef>
            </a:pPr>
            <a:r>
              <a:rPr sz="1700" spc="-10" dirty="0">
                <a:latin typeface="Georgia"/>
                <a:cs typeface="Georgia"/>
              </a:rPr>
              <a:t>sonic </a:t>
            </a:r>
            <a:r>
              <a:rPr sz="1700" spc="-190" dirty="0">
                <a:latin typeface="Georgia"/>
                <a:cs typeface="Georgia"/>
              </a:rPr>
              <a:t>sen</a:t>
            </a:r>
            <a:r>
              <a:rPr sz="2100" spc="-284" baseline="-13888" dirty="0">
                <a:solidFill>
                  <a:srgbClr val="AFAFAF"/>
                </a:solidFill>
                <a:latin typeface="Times New Roman"/>
                <a:cs typeface="Times New Roman"/>
              </a:rPr>
              <a:t>2</a:t>
            </a:r>
            <a:r>
              <a:rPr sz="1700" spc="-190" dirty="0">
                <a:latin typeface="Georgia"/>
                <a:cs typeface="Georgia"/>
              </a:rPr>
              <a:t>s</a:t>
            </a:r>
            <a:r>
              <a:rPr sz="2100" spc="-284" baseline="-13888" dirty="0">
                <a:solidFill>
                  <a:srgbClr val="AFAFAF"/>
                </a:solidFill>
                <a:latin typeface="Times New Roman"/>
                <a:cs typeface="Times New Roman"/>
              </a:rPr>
              <a:t>0</a:t>
            </a:r>
            <a:r>
              <a:rPr sz="1700" spc="-190" dirty="0">
                <a:latin typeface="Georgia"/>
                <a:cs typeface="Georgia"/>
              </a:rPr>
              <a:t>or</a:t>
            </a:r>
            <a:endParaRPr sz="1700">
              <a:latin typeface="Georgia"/>
              <a:cs typeface="Georgia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0" y="-58993"/>
            <a:ext cx="9084945" cy="678425"/>
            <a:chOff x="0" y="0"/>
            <a:chExt cx="9084945" cy="624205"/>
          </a:xfrm>
        </p:grpSpPr>
        <p:sp>
          <p:nvSpPr>
            <p:cNvPr id="71" name="object 71"/>
            <p:cNvSpPr/>
            <p:nvPr/>
          </p:nvSpPr>
          <p:spPr>
            <a:xfrm>
              <a:off x="0" y="400050"/>
              <a:ext cx="5410200" cy="50800"/>
            </a:xfrm>
            <a:custGeom>
              <a:avLst/>
              <a:gdLst/>
              <a:ahLst/>
              <a:cxnLst/>
              <a:rect l="l" t="t" r="r" b="b"/>
              <a:pathLst>
                <a:path w="5410200" h="50800">
                  <a:moveTo>
                    <a:pt x="5410200" y="0"/>
                  </a:moveTo>
                  <a:lnTo>
                    <a:pt x="0" y="0"/>
                  </a:lnTo>
                  <a:lnTo>
                    <a:pt x="0" y="50800"/>
                  </a:lnTo>
                  <a:lnTo>
                    <a:pt x="5410200" y="50800"/>
                  </a:lnTo>
                  <a:lnTo>
                    <a:pt x="5410200" y="0"/>
                  </a:lnTo>
                  <a:close/>
                </a:path>
              </a:pathLst>
            </a:custGeom>
            <a:solidFill>
              <a:srgbClr val="F9B809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410200" y="400050"/>
              <a:ext cx="3634740" cy="41910"/>
            </a:xfrm>
            <a:custGeom>
              <a:avLst/>
              <a:gdLst/>
              <a:ahLst/>
              <a:cxnLst/>
              <a:rect l="l" t="t" r="r" b="b"/>
              <a:pathLst>
                <a:path w="3634740" h="41909">
                  <a:moveTo>
                    <a:pt x="3634740" y="0"/>
                  </a:moveTo>
                  <a:lnTo>
                    <a:pt x="0" y="0"/>
                  </a:lnTo>
                  <a:lnTo>
                    <a:pt x="0" y="41910"/>
                  </a:lnTo>
                  <a:lnTo>
                    <a:pt x="3634740" y="41910"/>
                  </a:lnTo>
                  <a:lnTo>
                    <a:pt x="3634740" y="0"/>
                  </a:lnTo>
                  <a:close/>
                </a:path>
              </a:pathLst>
            </a:custGeom>
            <a:solidFill>
              <a:srgbClr val="F9B8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0" y="0"/>
              <a:ext cx="9044940" cy="307340"/>
            </a:xfrm>
            <a:custGeom>
              <a:avLst/>
              <a:gdLst/>
              <a:ahLst/>
              <a:cxnLst/>
              <a:rect l="l" t="t" r="r" b="b"/>
              <a:pathLst>
                <a:path w="9044940" h="307340">
                  <a:moveTo>
                    <a:pt x="9044940" y="0"/>
                  </a:moveTo>
                  <a:lnTo>
                    <a:pt x="0" y="0"/>
                  </a:lnTo>
                  <a:lnTo>
                    <a:pt x="0" y="307340"/>
                  </a:lnTo>
                  <a:lnTo>
                    <a:pt x="9044940" y="307340"/>
                  </a:lnTo>
                  <a:lnTo>
                    <a:pt x="9044940" y="0"/>
                  </a:lnTo>
                  <a:close/>
                </a:path>
              </a:pathLst>
            </a:custGeom>
            <a:solidFill>
              <a:srgbClr val="4F27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0" y="308609"/>
              <a:ext cx="9044940" cy="91440"/>
            </a:xfrm>
            <a:custGeom>
              <a:avLst/>
              <a:gdLst/>
              <a:ahLst/>
              <a:cxnLst/>
              <a:rect l="l" t="t" r="r" b="b"/>
              <a:pathLst>
                <a:path w="9044940" h="91439">
                  <a:moveTo>
                    <a:pt x="9044940" y="0"/>
                  </a:moveTo>
                  <a:lnTo>
                    <a:pt x="0" y="0"/>
                  </a:lnTo>
                  <a:lnTo>
                    <a:pt x="0" y="91440"/>
                  </a:lnTo>
                  <a:lnTo>
                    <a:pt x="9044940" y="91440"/>
                  </a:lnTo>
                  <a:lnTo>
                    <a:pt x="9044940" y="0"/>
                  </a:lnTo>
                  <a:close/>
                </a:path>
              </a:pathLst>
            </a:custGeom>
            <a:solidFill>
              <a:srgbClr val="F9B8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410200" y="439419"/>
              <a:ext cx="3634740" cy="179705"/>
            </a:xfrm>
            <a:custGeom>
              <a:avLst/>
              <a:gdLst/>
              <a:ahLst/>
              <a:cxnLst/>
              <a:rect l="l" t="t" r="r" b="b"/>
              <a:pathLst>
                <a:path w="3634740" h="179704">
                  <a:moveTo>
                    <a:pt x="3634740" y="0"/>
                  </a:moveTo>
                  <a:lnTo>
                    <a:pt x="0" y="0"/>
                  </a:lnTo>
                  <a:lnTo>
                    <a:pt x="0" y="179704"/>
                  </a:lnTo>
                  <a:lnTo>
                    <a:pt x="3634740" y="179704"/>
                  </a:lnTo>
                  <a:lnTo>
                    <a:pt x="3634740" y="0"/>
                  </a:lnTo>
                  <a:close/>
                </a:path>
              </a:pathLst>
            </a:custGeom>
            <a:solidFill>
              <a:srgbClr val="F9B809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407025" y="496569"/>
              <a:ext cx="3566160" cy="127635"/>
            </a:xfrm>
            <a:custGeom>
              <a:avLst/>
              <a:gdLst/>
              <a:ahLst/>
              <a:cxnLst/>
              <a:rect l="l" t="t" r="r" b="b"/>
              <a:pathLst>
                <a:path w="3566159" h="127634">
                  <a:moveTo>
                    <a:pt x="3063240" y="1905"/>
                  </a:moveTo>
                  <a:lnTo>
                    <a:pt x="3061335" y="0"/>
                  </a:lnTo>
                  <a:lnTo>
                    <a:pt x="1905" y="0"/>
                  </a:lnTo>
                  <a:lnTo>
                    <a:pt x="0" y="1905"/>
                  </a:lnTo>
                  <a:lnTo>
                    <a:pt x="0" y="25400"/>
                  </a:lnTo>
                  <a:lnTo>
                    <a:pt x="1905" y="27305"/>
                  </a:lnTo>
                  <a:lnTo>
                    <a:pt x="3061335" y="27305"/>
                  </a:lnTo>
                  <a:lnTo>
                    <a:pt x="3063240" y="25400"/>
                  </a:lnTo>
                  <a:lnTo>
                    <a:pt x="3063240" y="1905"/>
                  </a:lnTo>
                  <a:close/>
                </a:path>
                <a:path w="3566159" h="127634">
                  <a:moveTo>
                    <a:pt x="3566160" y="93980"/>
                  </a:moveTo>
                  <a:lnTo>
                    <a:pt x="3563620" y="90805"/>
                  </a:lnTo>
                  <a:lnTo>
                    <a:pt x="1968500" y="90805"/>
                  </a:lnTo>
                  <a:lnTo>
                    <a:pt x="1965960" y="93980"/>
                  </a:lnTo>
                  <a:lnTo>
                    <a:pt x="1965960" y="125095"/>
                  </a:lnTo>
                  <a:lnTo>
                    <a:pt x="1968500" y="127635"/>
                  </a:lnTo>
                  <a:lnTo>
                    <a:pt x="3563620" y="127635"/>
                  </a:lnTo>
                  <a:lnTo>
                    <a:pt x="3566160" y="125095"/>
                  </a:lnTo>
                  <a:lnTo>
                    <a:pt x="3566160" y="939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9024619" y="0"/>
              <a:ext cx="9525" cy="622300"/>
            </a:xfrm>
            <a:custGeom>
              <a:avLst/>
              <a:gdLst/>
              <a:ahLst/>
              <a:cxnLst/>
              <a:rect l="l" t="t" r="r" b="b"/>
              <a:pathLst>
                <a:path w="9525" h="622300">
                  <a:moveTo>
                    <a:pt x="9525" y="0"/>
                  </a:moveTo>
                  <a:lnTo>
                    <a:pt x="0" y="0"/>
                  </a:lnTo>
                  <a:lnTo>
                    <a:pt x="0" y="622300"/>
                  </a:lnTo>
                  <a:lnTo>
                    <a:pt x="9525" y="62230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8973819" y="0"/>
              <a:ext cx="27940" cy="622300"/>
            </a:xfrm>
            <a:custGeom>
              <a:avLst/>
              <a:gdLst/>
              <a:ahLst/>
              <a:cxnLst/>
              <a:rect l="l" t="t" r="r" b="b"/>
              <a:pathLst>
                <a:path w="27940" h="622300">
                  <a:moveTo>
                    <a:pt x="27940" y="0"/>
                  </a:moveTo>
                  <a:lnTo>
                    <a:pt x="0" y="0"/>
                  </a:lnTo>
                  <a:lnTo>
                    <a:pt x="0" y="622300"/>
                  </a:lnTo>
                  <a:lnTo>
                    <a:pt x="27940" y="622300"/>
                  </a:lnTo>
                  <a:lnTo>
                    <a:pt x="27940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8915400" y="0"/>
              <a:ext cx="55244" cy="585470"/>
            </a:xfrm>
            <a:custGeom>
              <a:avLst/>
              <a:gdLst/>
              <a:ahLst/>
              <a:cxnLst/>
              <a:rect l="l" t="t" r="r" b="b"/>
              <a:pathLst>
                <a:path w="55245" h="585470">
                  <a:moveTo>
                    <a:pt x="55245" y="0"/>
                  </a:moveTo>
                  <a:lnTo>
                    <a:pt x="0" y="0"/>
                  </a:lnTo>
                  <a:lnTo>
                    <a:pt x="0" y="585470"/>
                  </a:lnTo>
                  <a:lnTo>
                    <a:pt x="55245" y="585470"/>
                  </a:lnTo>
                  <a:lnTo>
                    <a:pt x="55245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8872219" y="0"/>
              <a:ext cx="9525" cy="585470"/>
            </a:xfrm>
            <a:custGeom>
              <a:avLst/>
              <a:gdLst/>
              <a:ahLst/>
              <a:cxnLst/>
              <a:rect l="l" t="t" r="r" b="b"/>
              <a:pathLst>
                <a:path w="9525" h="585470">
                  <a:moveTo>
                    <a:pt x="9525" y="0"/>
                  </a:moveTo>
                  <a:lnTo>
                    <a:pt x="0" y="0"/>
                  </a:lnTo>
                  <a:lnTo>
                    <a:pt x="0" y="585470"/>
                  </a:lnTo>
                  <a:lnTo>
                    <a:pt x="9525" y="58547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FFFFFF">
                <a:alpha val="2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9072244" y="0"/>
              <a:ext cx="12700" cy="311150"/>
            </a:xfrm>
            <a:custGeom>
              <a:avLst/>
              <a:gdLst/>
              <a:ahLst/>
              <a:cxnLst/>
              <a:rect l="l" t="t" r="r" b="b"/>
              <a:pathLst>
                <a:path w="12700" h="311150">
                  <a:moveTo>
                    <a:pt x="12700" y="0"/>
                  </a:moveTo>
                  <a:lnTo>
                    <a:pt x="0" y="0"/>
                  </a:lnTo>
                  <a:lnTo>
                    <a:pt x="0" y="311150"/>
                  </a:lnTo>
                  <a:lnTo>
                    <a:pt x="12700" y="311150"/>
                  </a:lnTo>
                  <a:lnTo>
                    <a:pt x="12700" y="0"/>
                  </a:lnTo>
                  <a:close/>
                </a:path>
              </a:pathLst>
            </a:custGeom>
            <a:solidFill>
              <a:srgbClr val="4F27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9072244" y="307975"/>
              <a:ext cx="12065" cy="132715"/>
            </a:xfrm>
            <a:custGeom>
              <a:avLst/>
              <a:gdLst/>
              <a:ahLst/>
              <a:cxnLst/>
              <a:rect l="l" t="t" r="r" b="b"/>
              <a:pathLst>
                <a:path w="12065" h="132715">
                  <a:moveTo>
                    <a:pt x="12064" y="0"/>
                  </a:moveTo>
                  <a:lnTo>
                    <a:pt x="0" y="0"/>
                  </a:lnTo>
                  <a:lnTo>
                    <a:pt x="0" y="132714"/>
                  </a:lnTo>
                  <a:lnTo>
                    <a:pt x="12064" y="132714"/>
                  </a:lnTo>
                  <a:lnTo>
                    <a:pt x="12064" y="0"/>
                  </a:lnTo>
                  <a:close/>
                </a:path>
              </a:pathLst>
            </a:custGeom>
            <a:solidFill>
              <a:srgbClr val="F9B8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9072244" y="439419"/>
              <a:ext cx="12065" cy="179705"/>
            </a:xfrm>
            <a:custGeom>
              <a:avLst/>
              <a:gdLst/>
              <a:ahLst/>
              <a:cxnLst/>
              <a:rect l="l" t="t" r="r" b="b"/>
              <a:pathLst>
                <a:path w="12065" h="179704">
                  <a:moveTo>
                    <a:pt x="12064" y="0"/>
                  </a:moveTo>
                  <a:lnTo>
                    <a:pt x="0" y="0"/>
                  </a:lnTo>
                  <a:lnTo>
                    <a:pt x="0" y="179704"/>
                  </a:lnTo>
                  <a:lnTo>
                    <a:pt x="12064" y="179704"/>
                  </a:lnTo>
                  <a:lnTo>
                    <a:pt x="12064" y="0"/>
                  </a:lnTo>
                  <a:close/>
                </a:path>
              </a:pathLst>
            </a:custGeom>
            <a:solidFill>
              <a:srgbClr val="F9B809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16894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79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540" y="3175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785" y="0"/>
                  </a:moveTo>
                  <a:lnTo>
                    <a:pt x="633" y="0"/>
                  </a:lnTo>
                  <a:lnTo>
                    <a:pt x="0" y="819150"/>
                  </a:lnTo>
                  <a:lnTo>
                    <a:pt x="48893" y="817879"/>
                  </a:lnTo>
                  <a:lnTo>
                    <a:pt x="95885" y="813435"/>
                  </a:lnTo>
                  <a:lnTo>
                    <a:pt x="142875" y="807085"/>
                  </a:lnTo>
                  <a:lnTo>
                    <a:pt x="188595" y="797560"/>
                  </a:lnTo>
                  <a:lnTo>
                    <a:pt x="233045" y="785495"/>
                  </a:lnTo>
                  <a:lnTo>
                    <a:pt x="276860" y="771525"/>
                  </a:lnTo>
                  <a:lnTo>
                    <a:pt x="319405" y="755014"/>
                  </a:lnTo>
                  <a:lnTo>
                    <a:pt x="360680" y="735964"/>
                  </a:lnTo>
                  <a:lnTo>
                    <a:pt x="400685" y="715010"/>
                  </a:lnTo>
                  <a:lnTo>
                    <a:pt x="440055" y="691514"/>
                  </a:lnTo>
                  <a:lnTo>
                    <a:pt x="476884" y="666114"/>
                  </a:lnTo>
                  <a:lnTo>
                    <a:pt x="513080" y="639445"/>
                  </a:lnTo>
                  <a:lnTo>
                    <a:pt x="547369" y="610235"/>
                  </a:lnTo>
                  <a:lnTo>
                    <a:pt x="579755" y="579120"/>
                  </a:lnTo>
                  <a:lnTo>
                    <a:pt x="610869" y="546735"/>
                  </a:lnTo>
                  <a:lnTo>
                    <a:pt x="640080" y="512445"/>
                  </a:lnTo>
                  <a:lnTo>
                    <a:pt x="666750" y="476250"/>
                  </a:lnTo>
                  <a:lnTo>
                    <a:pt x="692150" y="439420"/>
                  </a:lnTo>
                  <a:lnTo>
                    <a:pt x="715644" y="400050"/>
                  </a:lnTo>
                  <a:lnTo>
                    <a:pt x="736600" y="360045"/>
                  </a:lnTo>
                  <a:lnTo>
                    <a:pt x="755650" y="318770"/>
                  </a:lnTo>
                  <a:lnTo>
                    <a:pt x="772160" y="276225"/>
                  </a:lnTo>
                  <a:lnTo>
                    <a:pt x="786130" y="232409"/>
                  </a:lnTo>
                  <a:lnTo>
                    <a:pt x="798194" y="187959"/>
                  </a:lnTo>
                  <a:lnTo>
                    <a:pt x="807719" y="142240"/>
                  </a:lnTo>
                  <a:lnTo>
                    <a:pt x="814069" y="95250"/>
                  </a:lnTo>
                  <a:lnTo>
                    <a:pt x="818515" y="48259"/>
                  </a:lnTo>
                  <a:lnTo>
                    <a:pt x="819785" y="0"/>
                  </a:lnTo>
                  <a:close/>
                </a:path>
              </a:pathLst>
            </a:custGeom>
            <a:solidFill>
              <a:srgbClr val="FBF8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40" y="3175"/>
              <a:ext cx="819785" cy="819150"/>
            </a:xfrm>
            <a:custGeom>
              <a:avLst/>
              <a:gdLst/>
              <a:ahLst/>
              <a:cxnLst/>
              <a:rect l="l" t="t" r="r" b="b"/>
              <a:pathLst>
                <a:path w="819785" h="819150">
                  <a:moveTo>
                    <a:pt x="819785" y="0"/>
                  </a:moveTo>
                  <a:lnTo>
                    <a:pt x="818515" y="48259"/>
                  </a:lnTo>
                  <a:lnTo>
                    <a:pt x="814069" y="95250"/>
                  </a:lnTo>
                  <a:lnTo>
                    <a:pt x="807719" y="142240"/>
                  </a:lnTo>
                  <a:lnTo>
                    <a:pt x="798194" y="187959"/>
                  </a:lnTo>
                  <a:lnTo>
                    <a:pt x="786130" y="232409"/>
                  </a:lnTo>
                  <a:lnTo>
                    <a:pt x="772160" y="276225"/>
                  </a:lnTo>
                  <a:lnTo>
                    <a:pt x="755650" y="318770"/>
                  </a:lnTo>
                  <a:lnTo>
                    <a:pt x="736600" y="360045"/>
                  </a:lnTo>
                  <a:lnTo>
                    <a:pt x="715644" y="400050"/>
                  </a:lnTo>
                  <a:lnTo>
                    <a:pt x="692150" y="439420"/>
                  </a:lnTo>
                  <a:lnTo>
                    <a:pt x="666750" y="476250"/>
                  </a:lnTo>
                  <a:lnTo>
                    <a:pt x="640080" y="512445"/>
                  </a:lnTo>
                  <a:lnTo>
                    <a:pt x="610869" y="546735"/>
                  </a:lnTo>
                  <a:lnTo>
                    <a:pt x="579755" y="579120"/>
                  </a:lnTo>
                  <a:lnTo>
                    <a:pt x="547369" y="610235"/>
                  </a:lnTo>
                  <a:lnTo>
                    <a:pt x="513080" y="639445"/>
                  </a:lnTo>
                  <a:lnTo>
                    <a:pt x="476884" y="666114"/>
                  </a:lnTo>
                  <a:lnTo>
                    <a:pt x="440055" y="691514"/>
                  </a:lnTo>
                  <a:lnTo>
                    <a:pt x="400685" y="715010"/>
                  </a:lnTo>
                  <a:lnTo>
                    <a:pt x="360680" y="735964"/>
                  </a:lnTo>
                  <a:lnTo>
                    <a:pt x="319405" y="755014"/>
                  </a:lnTo>
                  <a:lnTo>
                    <a:pt x="276860" y="771525"/>
                  </a:lnTo>
                  <a:lnTo>
                    <a:pt x="233045" y="785495"/>
                  </a:lnTo>
                  <a:lnTo>
                    <a:pt x="188595" y="797560"/>
                  </a:lnTo>
                  <a:lnTo>
                    <a:pt x="142875" y="807085"/>
                  </a:lnTo>
                  <a:lnTo>
                    <a:pt x="95885" y="813435"/>
                  </a:lnTo>
                  <a:lnTo>
                    <a:pt x="48893" y="817879"/>
                  </a:lnTo>
                  <a:lnTo>
                    <a:pt x="633" y="819150"/>
                  </a:lnTo>
                  <a:lnTo>
                    <a:pt x="0" y="819150"/>
                  </a:lnTo>
                  <a:lnTo>
                    <a:pt x="633" y="0"/>
                  </a:lnTo>
                  <a:lnTo>
                    <a:pt x="819785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000" y="5080"/>
              <a:ext cx="1785620" cy="178562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275" y="20320"/>
              <a:ext cx="1703705" cy="1703070"/>
            </a:xfrm>
            <a:custGeom>
              <a:avLst/>
              <a:gdLst/>
              <a:ahLst/>
              <a:cxnLst/>
              <a:rect l="l" t="t" r="r" b="b"/>
              <a:pathLst>
                <a:path w="1703705" h="1703070">
                  <a:moveTo>
                    <a:pt x="0" y="851534"/>
                  </a:moveTo>
                  <a:lnTo>
                    <a:pt x="1269" y="803275"/>
                  </a:lnTo>
                  <a:lnTo>
                    <a:pt x="5080" y="755650"/>
                  </a:lnTo>
                  <a:lnTo>
                    <a:pt x="12064" y="708659"/>
                  </a:lnTo>
                  <a:lnTo>
                    <a:pt x="20955" y="662304"/>
                  </a:lnTo>
                  <a:lnTo>
                    <a:pt x="32385" y="617854"/>
                  </a:lnTo>
                  <a:lnTo>
                    <a:pt x="46354" y="573404"/>
                  </a:lnTo>
                  <a:lnTo>
                    <a:pt x="62229" y="530225"/>
                  </a:lnTo>
                  <a:lnTo>
                    <a:pt x="80645" y="488314"/>
                  </a:lnTo>
                  <a:lnTo>
                    <a:pt x="101600" y="447675"/>
                  </a:lnTo>
                  <a:lnTo>
                    <a:pt x="123825" y="408304"/>
                  </a:lnTo>
                  <a:lnTo>
                    <a:pt x="148590" y="370839"/>
                  </a:lnTo>
                  <a:lnTo>
                    <a:pt x="175260" y="334009"/>
                  </a:lnTo>
                  <a:lnTo>
                    <a:pt x="203835" y="299084"/>
                  </a:lnTo>
                  <a:lnTo>
                    <a:pt x="233679" y="265429"/>
                  </a:lnTo>
                  <a:lnTo>
                    <a:pt x="265430" y="233679"/>
                  </a:lnTo>
                  <a:lnTo>
                    <a:pt x="299084" y="203200"/>
                  </a:lnTo>
                  <a:lnTo>
                    <a:pt x="334009" y="174625"/>
                  </a:lnTo>
                  <a:lnTo>
                    <a:pt x="370840" y="148589"/>
                  </a:lnTo>
                  <a:lnTo>
                    <a:pt x="408940" y="123825"/>
                  </a:lnTo>
                  <a:lnTo>
                    <a:pt x="448309" y="100964"/>
                  </a:lnTo>
                  <a:lnTo>
                    <a:pt x="488950" y="80645"/>
                  </a:lnTo>
                  <a:lnTo>
                    <a:pt x="530860" y="62229"/>
                  </a:lnTo>
                  <a:lnTo>
                    <a:pt x="574040" y="46354"/>
                  </a:lnTo>
                  <a:lnTo>
                    <a:pt x="617855" y="32384"/>
                  </a:lnTo>
                  <a:lnTo>
                    <a:pt x="662940" y="20954"/>
                  </a:lnTo>
                  <a:lnTo>
                    <a:pt x="708660" y="11429"/>
                  </a:lnTo>
                  <a:lnTo>
                    <a:pt x="755650" y="5079"/>
                  </a:lnTo>
                  <a:lnTo>
                    <a:pt x="803275" y="1270"/>
                  </a:lnTo>
                  <a:lnTo>
                    <a:pt x="851535" y="0"/>
                  </a:lnTo>
                  <a:lnTo>
                    <a:pt x="899794" y="1270"/>
                  </a:lnTo>
                  <a:lnTo>
                    <a:pt x="947419" y="5079"/>
                  </a:lnTo>
                  <a:lnTo>
                    <a:pt x="994410" y="11429"/>
                  </a:lnTo>
                  <a:lnTo>
                    <a:pt x="1040765" y="20954"/>
                  </a:lnTo>
                  <a:lnTo>
                    <a:pt x="1085850" y="32384"/>
                  </a:lnTo>
                  <a:lnTo>
                    <a:pt x="1129665" y="46354"/>
                  </a:lnTo>
                  <a:lnTo>
                    <a:pt x="1172845" y="62229"/>
                  </a:lnTo>
                  <a:lnTo>
                    <a:pt x="1214755" y="80645"/>
                  </a:lnTo>
                  <a:lnTo>
                    <a:pt x="1255395" y="100964"/>
                  </a:lnTo>
                  <a:lnTo>
                    <a:pt x="1294765" y="123825"/>
                  </a:lnTo>
                  <a:lnTo>
                    <a:pt x="1332865" y="148589"/>
                  </a:lnTo>
                  <a:lnTo>
                    <a:pt x="1369060" y="174625"/>
                  </a:lnTo>
                  <a:lnTo>
                    <a:pt x="1403985" y="203200"/>
                  </a:lnTo>
                  <a:lnTo>
                    <a:pt x="1437640" y="233679"/>
                  </a:lnTo>
                  <a:lnTo>
                    <a:pt x="1469389" y="265429"/>
                  </a:lnTo>
                  <a:lnTo>
                    <a:pt x="1499870" y="299084"/>
                  </a:lnTo>
                  <a:lnTo>
                    <a:pt x="1528445" y="334009"/>
                  </a:lnTo>
                  <a:lnTo>
                    <a:pt x="1554480" y="370839"/>
                  </a:lnTo>
                  <a:lnTo>
                    <a:pt x="1579245" y="408304"/>
                  </a:lnTo>
                  <a:lnTo>
                    <a:pt x="1602105" y="447675"/>
                  </a:lnTo>
                  <a:lnTo>
                    <a:pt x="1622425" y="488314"/>
                  </a:lnTo>
                  <a:lnTo>
                    <a:pt x="1640839" y="530225"/>
                  </a:lnTo>
                  <a:lnTo>
                    <a:pt x="1657350" y="573404"/>
                  </a:lnTo>
                  <a:lnTo>
                    <a:pt x="1670685" y="617854"/>
                  </a:lnTo>
                  <a:lnTo>
                    <a:pt x="1682750" y="662304"/>
                  </a:lnTo>
                  <a:lnTo>
                    <a:pt x="1691639" y="708659"/>
                  </a:lnTo>
                  <a:lnTo>
                    <a:pt x="1697989" y="755650"/>
                  </a:lnTo>
                  <a:lnTo>
                    <a:pt x="1701800" y="803275"/>
                  </a:lnTo>
                  <a:lnTo>
                    <a:pt x="1703705" y="851534"/>
                  </a:lnTo>
                  <a:lnTo>
                    <a:pt x="1701800" y="899794"/>
                  </a:lnTo>
                  <a:lnTo>
                    <a:pt x="1697989" y="947419"/>
                  </a:lnTo>
                  <a:lnTo>
                    <a:pt x="1691639" y="994409"/>
                  </a:lnTo>
                  <a:lnTo>
                    <a:pt x="1682750" y="1040129"/>
                  </a:lnTo>
                  <a:lnTo>
                    <a:pt x="1670685" y="1085214"/>
                  </a:lnTo>
                  <a:lnTo>
                    <a:pt x="1657350" y="1129664"/>
                  </a:lnTo>
                  <a:lnTo>
                    <a:pt x="1640839" y="1172209"/>
                  </a:lnTo>
                  <a:lnTo>
                    <a:pt x="1622425" y="1214119"/>
                  </a:lnTo>
                  <a:lnTo>
                    <a:pt x="1602105" y="1254759"/>
                  </a:lnTo>
                  <a:lnTo>
                    <a:pt x="1579245" y="1294129"/>
                  </a:lnTo>
                  <a:lnTo>
                    <a:pt x="1554480" y="1332229"/>
                  </a:lnTo>
                  <a:lnTo>
                    <a:pt x="1528445" y="1369059"/>
                  </a:lnTo>
                  <a:lnTo>
                    <a:pt x="1499870" y="1403984"/>
                  </a:lnTo>
                  <a:lnTo>
                    <a:pt x="1469389" y="1437639"/>
                  </a:lnTo>
                  <a:lnTo>
                    <a:pt x="1437640" y="1469389"/>
                  </a:lnTo>
                  <a:lnTo>
                    <a:pt x="1403985" y="1499234"/>
                  </a:lnTo>
                  <a:lnTo>
                    <a:pt x="1369060" y="1527809"/>
                  </a:lnTo>
                  <a:lnTo>
                    <a:pt x="1332865" y="1554479"/>
                  </a:lnTo>
                  <a:lnTo>
                    <a:pt x="1294765" y="1579244"/>
                  </a:lnTo>
                  <a:lnTo>
                    <a:pt x="1255395" y="1601469"/>
                  </a:lnTo>
                  <a:lnTo>
                    <a:pt x="1214755" y="1622425"/>
                  </a:lnTo>
                  <a:lnTo>
                    <a:pt x="1172845" y="1640839"/>
                  </a:lnTo>
                  <a:lnTo>
                    <a:pt x="1129665" y="1656714"/>
                  </a:lnTo>
                  <a:lnTo>
                    <a:pt x="1085850" y="1670684"/>
                  </a:lnTo>
                  <a:lnTo>
                    <a:pt x="1040765" y="1682114"/>
                  </a:lnTo>
                  <a:lnTo>
                    <a:pt x="994410" y="1691004"/>
                  </a:lnTo>
                  <a:lnTo>
                    <a:pt x="947419" y="1697989"/>
                  </a:lnTo>
                  <a:lnTo>
                    <a:pt x="899794" y="1701800"/>
                  </a:lnTo>
                  <a:lnTo>
                    <a:pt x="851535" y="1703069"/>
                  </a:lnTo>
                  <a:lnTo>
                    <a:pt x="803275" y="1701800"/>
                  </a:lnTo>
                  <a:lnTo>
                    <a:pt x="755650" y="1697989"/>
                  </a:lnTo>
                  <a:lnTo>
                    <a:pt x="708660" y="1691004"/>
                  </a:lnTo>
                  <a:lnTo>
                    <a:pt x="662940" y="1682114"/>
                  </a:lnTo>
                  <a:lnTo>
                    <a:pt x="617855" y="1670684"/>
                  </a:lnTo>
                  <a:lnTo>
                    <a:pt x="574040" y="1656714"/>
                  </a:lnTo>
                  <a:lnTo>
                    <a:pt x="530860" y="1640839"/>
                  </a:lnTo>
                  <a:lnTo>
                    <a:pt x="488950" y="1622425"/>
                  </a:lnTo>
                  <a:lnTo>
                    <a:pt x="448309" y="1601469"/>
                  </a:lnTo>
                  <a:lnTo>
                    <a:pt x="408940" y="1579244"/>
                  </a:lnTo>
                  <a:lnTo>
                    <a:pt x="370840" y="1554479"/>
                  </a:lnTo>
                  <a:lnTo>
                    <a:pt x="334009" y="1527809"/>
                  </a:lnTo>
                  <a:lnTo>
                    <a:pt x="299084" y="1499234"/>
                  </a:lnTo>
                  <a:lnTo>
                    <a:pt x="265430" y="1469389"/>
                  </a:lnTo>
                  <a:lnTo>
                    <a:pt x="233679" y="1437639"/>
                  </a:lnTo>
                  <a:lnTo>
                    <a:pt x="203835" y="1403984"/>
                  </a:lnTo>
                  <a:lnTo>
                    <a:pt x="175260" y="1369059"/>
                  </a:lnTo>
                  <a:lnTo>
                    <a:pt x="148590" y="1332229"/>
                  </a:lnTo>
                  <a:lnTo>
                    <a:pt x="123825" y="1294129"/>
                  </a:lnTo>
                  <a:lnTo>
                    <a:pt x="101600" y="1254759"/>
                  </a:lnTo>
                  <a:lnTo>
                    <a:pt x="80645" y="1214119"/>
                  </a:lnTo>
                  <a:lnTo>
                    <a:pt x="62229" y="1172209"/>
                  </a:lnTo>
                  <a:lnTo>
                    <a:pt x="46354" y="1129664"/>
                  </a:lnTo>
                  <a:lnTo>
                    <a:pt x="32385" y="1085214"/>
                  </a:lnTo>
                  <a:lnTo>
                    <a:pt x="20955" y="1040129"/>
                  </a:lnTo>
                  <a:lnTo>
                    <a:pt x="12064" y="994409"/>
                  </a:lnTo>
                  <a:lnTo>
                    <a:pt x="5080" y="947419"/>
                  </a:lnTo>
                  <a:lnTo>
                    <a:pt x="1269" y="899794"/>
                  </a:lnTo>
                  <a:lnTo>
                    <a:pt x="0" y="85153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720" y="1046480"/>
              <a:ext cx="1153160" cy="1148080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9044940" y="0"/>
            <a:ext cx="99060" cy="307975"/>
          </a:xfrm>
          <a:custGeom>
            <a:avLst/>
            <a:gdLst/>
            <a:ahLst/>
            <a:cxnLst/>
            <a:rect l="l" t="t" r="r" b="b"/>
            <a:pathLst>
              <a:path w="99059" h="307975">
                <a:moveTo>
                  <a:pt x="99058" y="0"/>
                </a:moveTo>
                <a:lnTo>
                  <a:pt x="0" y="0"/>
                </a:lnTo>
                <a:lnTo>
                  <a:pt x="0" y="307975"/>
                </a:lnTo>
                <a:lnTo>
                  <a:pt x="99058" y="307975"/>
                </a:lnTo>
                <a:lnTo>
                  <a:pt x="9905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0" y="-12"/>
            <a:ext cx="9144000" cy="6858634"/>
            <a:chOff x="0" y="-12"/>
            <a:chExt cx="9144000" cy="6858634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2180" y="0"/>
              <a:ext cx="160019" cy="685799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0" y="-13"/>
              <a:ext cx="9084310" cy="308610"/>
            </a:xfrm>
            <a:custGeom>
              <a:avLst/>
              <a:gdLst/>
              <a:ahLst/>
              <a:cxnLst/>
              <a:rect l="l" t="t" r="r" b="b"/>
              <a:pathLst>
                <a:path w="9084310" h="308610">
                  <a:moveTo>
                    <a:pt x="9044940" y="0"/>
                  </a:moveTo>
                  <a:lnTo>
                    <a:pt x="0" y="0"/>
                  </a:lnTo>
                  <a:lnTo>
                    <a:pt x="0" y="307365"/>
                  </a:lnTo>
                  <a:lnTo>
                    <a:pt x="9044940" y="307365"/>
                  </a:lnTo>
                  <a:lnTo>
                    <a:pt x="9044940" y="0"/>
                  </a:lnTo>
                  <a:close/>
                </a:path>
                <a:path w="9084310" h="308610">
                  <a:moveTo>
                    <a:pt x="9084310" y="12"/>
                  </a:moveTo>
                  <a:lnTo>
                    <a:pt x="9072245" y="12"/>
                  </a:lnTo>
                  <a:lnTo>
                    <a:pt x="9072245" y="307987"/>
                  </a:lnTo>
                  <a:lnTo>
                    <a:pt x="9084310" y="307987"/>
                  </a:lnTo>
                  <a:lnTo>
                    <a:pt x="9084310" y="12"/>
                  </a:lnTo>
                  <a:close/>
                </a:path>
              </a:pathLst>
            </a:custGeom>
            <a:solidFill>
              <a:srgbClr val="4F27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07974"/>
              <a:ext cx="9144000" cy="6550025"/>
            </a:xfrm>
            <a:custGeom>
              <a:avLst/>
              <a:gdLst/>
              <a:ahLst/>
              <a:cxnLst/>
              <a:rect l="l" t="t" r="r" b="b"/>
              <a:pathLst>
                <a:path w="9144000" h="6550025">
                  <a:moveTo>
                    <a:pt x="9144000" y="0"/>
                  </a:moveTo>
                  <a:lnTo>
                    <a:pt x="0" y="0"/>
                  </a:lnTo>
                  <a:lnTo>
                    <a:pt x="0" y="6550025"/>
                  </a:lnTo>
                  <a:lnTo>
                    <a:pt x="9144000" y="655002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9B8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410200" y="439418"/>
              <a:ext cx="3733800" cy="6418580"/>
            </a:xfrm>
            <a:custGeom>
              <a:avLst/>
              <a:gdLst/>
              <a:ahLst/>
              <a:cxnLst/>
              <a:rect l="l" t="t" r="r" b="b"/>
              <a:pathLst>
                <a:path w="3733800" h="6418580">
                  <a:moveTo>
                    <a:pt x="3733800" y="0"/>
                  </a:moveTo>
                  <a:lnTo>
                    <a:pt x="0" y="0"/>
                  </a:lnTo>
                  <a:lnTo>
                    <a:pt x="0" y="6418580"/>
                  </a:lnTo>
                  <a:lnTo>
                    <a:pt x="3733800" y="6418580"/>
                  </a:lnTo>
                  <a:lnTo>
                    <a:pt x="3733800" y="0"/>
                  </a:lnTo>
                  <a:close/>
                </a:path>
              </a:pathLst>
            </a:custGeom>
            <a:solidFill>
              <a:srgbClr val="F9B809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407025" y="496570"/>
              <a:ext cx="3736975" cy="6360795"/>
            </a:xfrm>
            <a:custGeom>
              <a:avLst/>
              <a:gdLst/>
              <a:ahLst/>
              <a:cxnLst/>
              <a:rect l="l" t="t" r="r" b="b"/>
              <a:pathLst>
                <a:path w="3736975" h="6360795">
                  <a:moveTo>
                    <a:pt x="3736975" y="0"/>
                  </a:moveTo>
                  <a:lnTo>
                    <a:pt x="3022600" y="0"/>
                  </a:lnTo>
                  <a:lnTo>
                    <a:pt x="0" y="4030344"/>
                  </a:lnTo>
                  <a:lnTo>
                    <a:pt x="0" y="6360793"/>
                  </a:lnTo>
                  <a:lnTo>
                    <a:pt x="3736975" y="6360793"/>
                  </a:lnTo>
                  <a:lnTo>
                    <a:pt x="37369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024619" y="0"/>
              <a:ext cx="119380" cy="6858000"/>
            </a:xfrm>
            <a:custGeom>
              <a:avLst/>
              <a:gdLst/>
              <a:ahLst/>
              <a:cxnLst/>
              <a:rect l="l" t="t" r="r" b="b"/>
              <a:pathLst>
                <a:path w="119379" h="6858000">
                  <a:moveTo>
                    <a:pt x="11937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19379" y="6858000"/>
                  </a:lnTo>
                  <a:lnTo>
                    <a:pt x="119379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973819" y="0"/>
              <a:ext cx="170180" cy="6858000"/>
            </a:xfrm>
            <a:custGeom>
              <a:avLst/>
              <a:gdLst/>
              <a:ahLst/>
              <a:cxnLst/>
              <a:rect l="l" t="t" r="r" b="b"/>
              <a:pathLst>
                <a:path w="170179" h="6858000">
                  <a:moveTo>
                    <a:pt x="17017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70179" y="6858000"/>
                  </a:lnTo>
                  <a:lnTo>
                    <a:pt x="170179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915400" y="0"/>
              <a:ext cx="228600" cy="6858000"/>
            </a:xfrm>
            <a:custGeom>
              <a:avLst/>
              <a:gdLst/>
              <a:ahLst/>
              <a:cxnLst/>
              <a:rect l="l" t="t" r="r" b="b"/>
              <a:pathLst>
                <a:path w="228600" h="6858000">
                  <a:moveTo>
                    <a:pt x="2286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28600" y="68580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872219" y="0"/>
              <a:ext cx="271780" cy="6858000"/>
            </a:xfrm>
            <a:custGeom>
              <a:avLst/>
              <a:gdLst/>
              <a:ahLst/>
              <a:cxnLst/>
              <a:rect l="l" t="t" r="r" b="b"/>
              <a:pathLst>
                <a:path w="271779" h="6858000">
                  <a:moveTo>
                    <a:pt x="27177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1779" y="6858000"/>
                  </a:lnTo>
                  <a:lnTo>
                    <a:pt x="271779" y="0"/>
                  </a:lnTo>
                  <a:close/>
                </a:path>
              </a:pathLst>
            </a:custGeom>
            <a:solidFill>
              <a:srgbClr val="FFFFFF">
                <a:alpha val="2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41500" y="1150619"/>
              <a:ext cx="1803400" cy="342772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275" y="504824"/>
              <a:ext cx="1803400" cy="342772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42995" y="1779269"/>
              <a:ext cx="1803400" cy="342772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40269" y="3047365"/>
              <a:ext cx="1803400" cy="342772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36870" y="2415540"/>
              <a:ext cx="1800225" cy="342772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0" y="3937000"/>
              <a:ext cx="1844675" cy="64325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275" y="3970020"/>
              <a:ext cx="1751330" cy="53213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84350" y="4587875"/>
              <a:ext cx="1862454" cy="64325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841500" y="4619625"/>
              <a:ext cx="1751329" cy="53213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87975" y="5848350"/>
              <a:ext cx="1862454" cy="64325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445125" y="5880100"/>
              <a:ext cx="1751329" cy="53213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578225" y="5226050"/>
              <a:ext cx="1862454" cy="64325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635375" y="5257800"/>
              <a:ext cx="1751329" cy="53213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235825" y="2366644"/>
              <a:ext cx="1862454" cy="64325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265669" y="2451100"/>
              <a:ext cx="1751329" cy="53212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441950" y="1743075"/>
              <a:ext cx="1862454" cy="64325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471795" y="1828800"/>
              <a:ext cx="1751329" cy="53212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648075" y="1106169"/>
              <a:ext cx="1862454" cy="64325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677920" y="1190624"/>
              <a:ext cx="1751329" cy="53212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838325" y="482599"/>
              <a:ext cx="1862454" cy="643254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870075" y="568324"/>
              <a:ext cx="1751329" cy="532129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3683000" y="1168400"/>
            <a:ext cx="1752600" cy="39560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102870" rIns="0" bIns="0" rtlCol="0">
            <a:spAutoFit/>
          </a:bodyPr>
          <a:lstStyle/>
          <a:p>
            <a:pPr marL="7620" algn="ctr">
              <a:lnSpc>
                <a:spcPct val="100000"/>
              </a:lnSpc>
              <a:spcBef>
                <a:spcPts val="810"/>
              </a:spcBef>
            </a:pP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left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42" name="object 42"/>
          <p:cNvSpPr txBox="1"/>
          <p:nvPr/>
        </p:nvSpPr>
        <p:spPr>
          <a:xfrm>
            <a:off x="5472429" y="1787525"/>
            <a:ext cx="1752600" cy="400050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108585" rIns="0" bIns="0" rtlCol="0">
            <a:spAutoFit/>
          </a:bodyPr>
          <a:lstStyle/>
          <a:p>
            <a:pPr marL="8255" algn="ctr">
              <a:lnSpc>
                <a:spcPct val="100000"/>
              </a:lnSpc>
              <a:spcBef>
                <a:spcPts val="855"/>
              </a:spcBef>
            </a:pPr>
            <a:r>
              <a:rPr sz="1800" spc="-10" dirty="0">
                <a:solidFill>
                  <a:srgbClr val="FFFFFF"/>
                </a:solidFill>
                <a:latin typeface="Georgia"/>
                <a:cs typeface="Georgia"/>
              </a:rPr>
              <a:t>right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270750" y="2392045"/>
            <a:ext cx="1752600" cy="40195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111125" rIns="0" bIns="0" rtlCol="0">
            <a:spAutoFit/>
          </a:bodyPr>
          <a:lstStyle/>
          <a:p>
            <a:pPr marL="481965">
              <a:lnSpc>
                <a:spcPct val="100000"/>
              </a:lnSpc>
              <a:spcBef>
                <a:spcPts val="875"/>
              </a:spcBef>
            </a:pPr>
            <a:r>
              <a:rPr sz="1800" spc="-10" dirty="0">
                <a:solidFill>
                  <a:srgbClr val="FFFFFF"/>
                </a:solidFill>
                <a:latin typeface="Georgia"/>
                <a:cs typeface="Georgia"/>
              </a:rPr>
              <a:t>stopped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1275" y="3869054"/>
            <a:ext cx="1752600" cy="39687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103505" rIns="0" bIns="0" rtlCol="0">
            <a:spAutoFit/>
          </a:bodyPr>
          <a:lstStyle/>
          <a:p>
            <a:pPr marL="477520">
              <a:lnSpc>
                <a:spcPct val="100000"/>
              </a:lnSpc>
              <a:spcBef>
                <a:spcPts val="815"/>
              </a:spcBef>
            </a:pPr>
            <a:r>
              <a:rPr sz="1800" spc="-10" dirty="0">
                <a:solidFill>
                  <a:srgbClr val="FFFFFF"/>
                </a:solidFill>
                <a:latin typeface="Georgia"/>
                <a:cs typeface="Georgia"/>
              </a:rPr>
              <a:t>forward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843404" y="4519295"/>
            <a:ext cx="1752600" cy="40195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109855" rIns="0" bIns="0" rtlCol="0">
            <a:spAutoFit/>
          </a:bodyPr>
          <a:lstStyle/>
          <a:p>
            <a:pPr marL="389255">
              <a:lnSpc>
                <a:spcPct val="100000"/>
              </a:lnSpc>
              <a:spcBef>
                <a:spcPts val="865"/>
              </a:spcBef>
            </a:pPr>
            <a:r>
              <a:rPr sz="1800" spc="-10" dirty="0">
                <a:solidFill>
                  <a:srgbClr val="FFFFFF"/>
                </a:solidFill>
                <a:latin typeface="Georgia"/>
                <a:cs typeface="Georgia"/>
              </a:rPr>
              <a:t>backward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635375" y="5158104"/>
            <a:ext cx="1752600" cy="40195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113664" rIns="0" bIns="0" rtlCol="0">
            <a:spAutoFit/>
          </a:bodyPr>
          <a:lstStyle/>
          <a:p>
            <a:pPr marL="7620" algn="ctr">
              <a:lnSpc>
                <a:spcPct val="100000"/>
              </a:lnSpc>
              <a:spcBef>
                <a:spcPts val="894"/>
              </a:spcBef>
            </a:pPr>
            <a:r>
              <a:rPr sz="1800" spc="-20" dirty="0">
                <a:solidFill>
                  <a:srgbClr val="FFFFFF"/>
                </a:solidFill>
                <a:latin typeface="Georgia"/>
                <a:cs typeface="Georgia"/>
              </a:rPr>
              <a:t>left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450204" y="5701029"/>
            <a:ext cx="1752600" cy="40195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114300" rIns="0" bIns="0" rtlCol="0">
            <a:spAutoFit/>
          </a:bodyPr>
          <a:lstStyle/>
          <a:p>
            <a:pPr marL="8255" algn="ctr">
              <a:lnSpc>
                <a:spcPct val="100000"/>
              </a:lnSpc>
              <a:spcBef>
                <a:spcPts val="900"/>
              </a:spcBef>
            </a:pPr>
            <a:r>
              <a:rPr sz="1800" spc="-10" dirty="0">
                <a:solidFill>
                  <a:srgbClr val="FFFFFF"/>
                </a:solidFill>
                <a:latin typeface="Georgia"/>
                <a:cs typeface="Georgia"/>
              </a:rPr>
              <a:t>right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873250" y="576580"/>
            <a:ext cx="1752600" cy="395605"/>
          </a:xfrm>
          <a:prstGeom prst="rect">
            <a:avLst/>
          </a:prstGeom>
          <a:ln w="9360">
            <a:solidFill>
              <a:srgbClr val="000000"/>
            </a:solidFill>
          </a:ln>
        </p:spPr>
        <p:txBody>
          <a:bodyPr vert="horz" wrap="square" lIns="0" tIns="101600" rIns="0" bIns="0" rtlCol="0">
            <a:spAutoFit/>
          </a:bodyPr>
          <a:lstStyle/>
          <a:p>
            <a:pPr marL="384175">
              <a:lnSpc>
                <a:spcPct val="100000"/>
              </a:lnSpc>
              <a:spcBef>
                <a:spcPts val="800"/>
              </a:spcBef>
            </a:pPr>
            <a:r>
              <a:rPr sz="1800" spc="-10" dirty="0">
                <a:solidFill>
                  <a:srgbClr val="FFFFFF"/>
                </a:solidFill>
                <a:latin typeface="Georgia"/>
                <a:cs typeface="Georgia"/>
              </a:rPr>
              <a:t>backward</a:t>
            </a:r>
            <a:endParaRPr sz="180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760909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37510" y="2390648"/>
            <a:ext cx="26581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75" dirty="0"/>
              <a:t>Thank</a:t>
            </a:r>
            <a:r>
              <a:rPr sz="4400" spc="-395" dirty="0"/>
              <a:t> </a:t>
            </a:r>
            <a:r>
              <a:rPr sz="4400" spc="-25" dirty="0"/>
              <a:t>You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754236" y="6507997"/>
            <a:ext cx="19050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25" dirty="0">
                <a:solidFill>
                  <a:srgbClr val="B5A785"/>
                </a:solidFill>
                <a:latin typeface="Arial MT"/>
                <a:cs typeface="Arial MT"/>
              </a:rPr>
              <a:t>16</a:t>
            </a:r>
            <a:endParaRPr sz="12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78867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</TotalTime>
  <Words>446</Words>
  <Application>Microsoft Office PowerPoint</Application>
  <PresentationFormat>On-screen Show (4:3)</PresentationFormat>
  <Paragraphs>171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 MT</vt:lpstr>
      <vt:lpstr>Calibri</vt:lpstr>
      <vt:lpstr>Georgia</vt:lpstr>
      <vt:lpstr>Segoe UI Symbol</vt:lpstr>
      <vt:lpstr>Symbol</vt:lpstr>
      <vt:lpstr>Times New Roman</vt:lpstr>
      <vt:lpstr>Wingdings</vt:lpstr>
      <vt:lpstr>Office Theme</vt:lpstr>
      <vt:lpstr>ANDHRA ENGINEERING COLLEGE</vt:lpstr>
      <vt:lpstr>CONTENTS</vt:lpstr>
      <vt:lpstr>ABSTRACT</vt:lpstr>
      <vt:lpstr>INTRODUCTION</vt:lpstr>
      <vt:lpstr>EXISTING METHOD</vt:lpstr>
      <vt:lpstr>PROPOSED METHOD</vt:lpstr>
      <vt:lpstr>BLOCK DIAGRAM OF PROPOSED SYSTEM</vt:lpstr>
      <vt:lpstr>HARDWARE REQUIREMENTS</vt:lpstr>
      <vt:lpstr>CIRCUIT DIAGRAM</vt:lpstr>
      <vt:lpstr>ADVANTAGES OF PROPOSED METHOD</vt:lpstr>
      <vt:lpstr>CONTROLING</vt:lpstr>
      <vt:lpstr>EXPLANATION</vt:lpstr>
      <vt:lpstr>OVERVIEW</vt:lpstr>
      <vt:lpstr>Motor drive</vt:lpstr>
      <vt:lpstr>PowerPoint Presentation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BASED MULTI FUNCTIONAL  ROBOT 16EEF02 – PROJECT WORK PHASE - 2</dc:title>
  <dc:creator>DELL</dc:creator>
  <cp:lastModifiedBy>Microsoft account</cp:lastModifiedBy>
  <cp:revision>18</cp:revision>
  <dcterms:created xsi:type="dcterms:W3CDTF">2025-03-03T07:28:03Z</dcterms:created>
  <dcterms:modified xsi:type="dcterms:W3CDTF">2025-03-27T13:58:29Z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2025-02-25T00:00:00Z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2025-03-03T00:00:00Z</vt:filetime>
  </property>
  <property fmtid="{D5CDD505-2E9C-101B-9397-08002B2CF9AE}" pid="5" name="Producer">
    <vt:lpwstr>Microsoft® PowerPoint® 2021</vt:lpwstr>
  </property>
</Properties>
</file>